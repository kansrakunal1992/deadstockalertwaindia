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9"/>
  </p:notesMasterIdLst>
  <p:sldIdLst>
    <p:sldId id="277" r:id="rId5"/>
    <p:sldId id="316" r:id="rId6"/>
    <p:sldId id="318" r:id="rId7"/>
    <p:sldId id="321" r:id="rId8"/>
    <p:sldId id="319" r:id="rId9"/>
    <p:sldId id="320" r:id="rId10"/>
    <p:sldId id="322" r:id="rId11"/>
    <p:sldId id="308" r:id="rId12"/>
    <p:sldId id="309" r:id="rId13"/>
    <p:sldId id="310" r:id="rId14"/>
    <p:sldId id="313" r:id="rId15"/>
    <p:sldId id="315" r:id="rId16"/>
    <p:sldId id="317" r:id="rId17"/>
    <p:sldId id="314" r:id="rId18"/>
  </p:sldIdLst>
  <p:sldSz cx="12192000" cy="6858000"/>
  <p:notesSz cx="6858000" cy="9144000"/>
  <p:embeddedFontLst>
    <p:embeddedFont>
      <p:font typeface="AirIndia" panose="04050608020B02020302" pitchFamily="82" charset="0"/>
      <p:regular r:id="rId20"/>
      <p:bold r:id="rId21"/>
    </p:embeddedFont>
    <p:embeddedFont>
      <p:font typeface="Nunito Sans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D878DD-69AA-7D11-59A6-FBB4F123E665}" name="Kartik Sachdeva" initials="KS" userId="S::kartik.sachdeva@airindia.com::9c6a9356-82b2-4809-9285-dcada2d91e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325"/>
    <a:srgbClr val="1F497D"/>
    <a:srgbClr val="FDE3E6"/>
    <a:srgbClr val="DA0E28"/>
    <a:srgbClr val="962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C50BA-BAB4-4A9D-BB59-BEEFCF187300}" v="97" dt="2024-05-01T11:18:24.917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24"/>
  </p:normalViewPr>
  <p:slideViewPr>
    <p:cSldViewPr snapToGrid="0">
      <p:cViewPr varScale="1">
        <p:scale>
          <a:sx n="106" d="100"/>
          <a:sy n="106" d="100"/>
        </p:scale>
        <p:origin x="78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ram Sharma" userId="e621fba0-84b4-4615-9996-b665fb25e9b8" providerId="ADAL" clId="{1E0C50BA-BAB4-4A9D-BB59-BEEFCF187300}"/>
    <pc:docChg chg="custSel modSld">
      <pc:chgData name="Vikram Sharma" userId="e621fba0-84b4-4615-9996-b665fb25e9b8" providerId="ADAL" clId="{1E0C50BA-BAB4-4A9D-BB59-BEEFCF187300}" dt="2024-04-26T05:09:39.571" v="14"/>
      <pc:docMkLst>
        <pc:docMk/>
      </pc:docMkLst>
      <pc:sldChg chg="modSp mod">
        <pc:chgData name="Vikram Sharma" userId="e621fba0-84b4-4615-9996-b665fb25e9b8" providerId="ADAL" clId="{1E0C50BA-BAB4-4A9D-BB59-BEEFCF187300}" dt="2024-04-26T05:09:39.571" v="14"/>
        <pc:sldMkLst>
          <pc:docMk/>
          <pc:sldMk cId="2279869855" sldId="310"/>
        </pc:sldMkLst>
        <pc:graphicFrameChg chg="mod modGraphic">
          <ac:chgData name="Vikram Sharma" userId="e621fba0-84b4-4615-9996-b665fb25e9b8" providerId="ADAL" clId="{1E0C50BA-BAB4-4A9D-BB59-BEEFCF187300}" dt="2024-04-26T05:09:39.571" v="14"/>
          <ac:graphicFrameMkLst>
            <pc:docMk/>
            <pc:sldMk cId="2279869855" sldId="310"/>
            <ac:graphicFrameMk id="6" creationId="{918B84AC-6946-4F3F-8389-7A323FA11F8C}"/>
          </ac:graphicFrameMkLst>
        </pc:graphicFrameChg>
      </pc:sldChg>
      <pc:sldChg chg="modSp mod">
        <pc:chgData name="Vikram Sharma" userId="e621fba0-84b4-4615-9996-b665fb25e9b8" providerId="ADAL" clId="{1E0C50BA-BAB4-4A9D-BB59-BEEFCF187300}" dt="2024-04-26T05:08:11.541" v="0" actId="33524"/>
        <pc:sldMkLst>
          <pc:docMk/>
          <pc:sldMk cId="1094904789" sldId="318"/>
        </pc:sldMkLst>
        <pc:spChg chg="mod">
          <ac:chgData name="Vikram Sharma" userId="e621fba0-84b4-4615-9996-b665fb25e9b8" providerId="ADAL" clId="{1E0C50BA-BAB4-4A9D-BB59-BEEFCF187300}" dt="2024-04-26T05:08:11.541" v="0" actId="33524"/>
          <ac:spMkLst>
            <pc:docMk/>
            <pc:sldMk cId="1094904789" sldId="318"/>
            <ac:spMk id="4" creationId="{8E169B93-2378-480D-CF5B-C09CF3EBA174}"/>
          </ac:spMkLst>
        </pc:spChg>
      </pc:sldChg>
    </pc:docChg>
  </pc:docChgLst>
  <pc:docChgLst>
    <pc:chgData name="Vikram Sharma DnT" userId="e621fba0-84b4-4615-9996-b665fb25e9b8" providerId="ADAL" clId="{1E0C50BA-BAB4-4A9D-BB59-BEEFCF187300}"/>
    <pc:docChg chg="undo custSel addSld modSld sldOrd">
      <pc:chgData name="Vikram Sharma DnT" userId="e621fba0-84b4-4615-9996-b665fb25e9b8" providerId="ADAL" clId="{1E0C50BA-BAB4-4A9D-BB59-BEEFCF187300}" dt="2024-05-01T11:18:28.616" v="3942" actId="20577"/>
      <pc:docMkLst>
        <pc:docMk/>
      </pc:docMkLst>
      <pc:sldChg chg="addSp delSp modSp mod modClrScheme chgLayout">
        <pc:chgData name="Vikram Sharma DnT" userId="e621fba0-84b4-4615-9996-b665fb25e9b8" providerId="ADAL" clId="{1E0C50BA-BAB4-4A9D-BB59-BEEFCF187300}" dt="2024-05-01T10:42:03.239" v="3511" actId="478"/>
        <pc:sldMkLst>
          <pc:docMk/>
          <pc:sldMk cId="2233320621" sldId="277"/>
        </pc:sldMkLst>
        <pc:spChg chg="add del mod">
          <ac:chgData name="Vikram Sharma DnT" userId="e621fba0-84b4-4615-9996-b665fb25e9b8" providerId="ADAL" clId="{1E0C50BA-BAB4-4A9D-BB59-BEEFCF187300}" dt="2024-05-01T10:41:40.068" v="3500" actId="478"/>
          <ac:spMkLst>
            <pc:docMk/>
            <pc:sldMk cId="2233320621" sldId="277"/>
            <ac:spMk id="3" creationId="{699F8A1B-B697-4F03-40FF-E6D2B86FEE1A}"/>
          </ac:spMkLst>
        </pc:spChg>
        <pc:spChg chg="mod ord">
          <ac:chgData name="Vikram Sharma DnT" userId="e621fba0-84b4-4615-9996-b665fb25e9b8" providerId="ADAL" clId="{1E0C50BA-BAB4-4A9D-BB59-BEEFCF187300}" dt="2024-05-01T10:41:56.493" v="3510" actId="700"/>
          <ac:spMkLst>
            <pc:docMk/>
            <pc:sldMk cId="2233320621" sldId="277"/>
            <ac:spMk id="4" creationId="{909D38DF-580E-5A29-9634-6215ABA7418F}"/>
          </ac:spMkLst>
        </pc:spChg>
        <pc:spChg chg="del">
          <ac:chgData name="Vikram Sharma DnT" userId="e621fba0-84b4-4615-9996-b665fb25e9b8" providerId="ADAL" clId="{1E0C50BA-BAB4-4A9D-BB59-BEEFCF187300}" dt="2024-05-01T10:41:26.113" v="3499" actId="478"/>
          <ac:spMkLst>
            <pc:docMk/>
            <pc:sldMk cId="2233320621" sldId="277"/>
            <ac:spMk id="5" creationId="{411B0A86-4A62-E02B-3B28-DD8EFF8CBCD0}"/>
          </ac:spMkLst>
        </pc:spChg>
        <pc:spChg chg="add del mod ord">
          <ac:chgData name="Vikram Sharma DnT" userId="e621fba0-84b4-4615-9996-b665fb25e9b8" providerId="ADAL" clId="{1E0C50BA-BAB4-4A9D-BB59-BEEFCF187300}" dt="2024-05-01T10:42:03.239" v="3511" actId="478"/>
          <ac:spMkLst>
            <pc:docMk/>
            <pc:sldMk cId="2233320621" sldId="277"/>
            <ac:spMk id="6" creationId="{A0BC3DE3-2D17-77F8-6FEB-BE8145F103AA}"/>
          </ac:spMkLst>
        </pc:spChg>
      </pc:sldChg>
      <pc:sldChg chg="modSp mod">
        <pc:chgData name="Vikram Sharma DnT" userId="e621fba0-84b4-4615-9996-b665fb25e9b8" providerId="ADAL" clId="{1E0C50BA-BAB4-4A9D-BB59-BEEFCF187300}" dt="2024-05-01T11:10:18.106" v="3585" actId="207"/>
        <pc:sldMkLst>
          <pc:docMk/>
          <pc:sldMk cId="75672602" sldId="308"/>
        </pc:sldMkLst>
        <pc:spChg chg="mod">
          <ac:chgData name="Vikram Sharma DnT" userId="e621fba0-84b4-4615-9996-b665fb25e9b8" providerId="ADAL" clId="{1E0C50BA-BAB4-4A9D-BB59-BEEFCF187300}" dt="2024-05-01T11:08:03.900" v="3576" actId="20577"/>
          <ac:spMkLst>
            <pc:docMk/>
            <pc:sldMk cId="75672602" sldId="308"/>
            <ac:spMk id="3" creationId="{A448BD22-CBFE-D109-C4C1-0C9765DB9EC6}"/>
          </ac:spMkLst>
        </pc:spChg>
        <pc:graphicFrameChg chg="mod">
          <ac:chgData name="Vikram Sharma DnT" userId="e621fba0-84b4-4615-9996-b665fb25e9b8" providerId="ADAL" clId="{1E0C50BA-BAB4-4A9D-BB59-BEEFCF187300}" dt="2024-05-01T11:10:18.106" v="3585" actId="207"/>
          <ac:graphicFrameMkLst>
            <pc:docMk/>
            <pc:sldMk cId="75672602" sldId="308"/>
            <ac:graphicFrameMk id="9" creationId="{507FE456-D7E7-AE4C-47C9-4DF079A956A9}"/>
          </ac:graphicFrameMkLst>
        </pc:graphicFrameChg>
      </pc:sldChg>
      <pc:sldChg chg="modSp mod">
        <pc:chgData name="Vikram Sharma DnT" userId="e621fba0-84b4-4615-9996-b665fb25e9b8" providerId="ADAL" clId="{1E0C50BA-BAB4-4A9D-BB59-BEEFCF187300}" dt="2024-05-01T11:07:55.371" v="3575" actId="20577"/>
        <pc:sldMkLst>
          <pc:docMk/>
          <pc:sldMk cId="3172808113" sldId="309"/>
        </pc:sldMkLst>
        <pc:spChg chg="mod">
          <ac:chgData name="Vikram Sharma DnT" userId="e621fba0-84b4-4615-9996-b665fb25e9b8" providerId="ADAL" clId="{1E0C50BA-BAB4-4A9D-BB59-BEEFCF187300}" dt="2024-05-01T11:07:55.371" v="3575" actId="20577"/>
          <ac:spMkLst>
            <pc:docMk/>
            <pc:sldMk cId="3172808113" sldId="309"/>
            <ac:spMk id="3" creationId="{9C8D153D-6E68-C725-0BE0-8A08653D9CC8}"/>
          </ac:spMkLst>
        </pc:spChg>
      </pc:sldChg>
      <pc:sldChg chg="modSp mod">
        <pc:chgData name="Vikram Sharma DnT" userId="e621fba0-84b4-4615-9996-b665fb25e9b8" providerId="ADAL" clId="{1E0C50BA-BAB4-4A9D-BB59-BEEFCF187300}" dt="2024-05-01T11:08:25.411" v="3578" actId="6549"/>
        <pc:sldMkLst>
          <pc:docMk/>
          <pc:sldMk cId="2279869855" sldId="310"/>
        </pc:sldMkLst>
        <pc:spChg chg="mod">
          <ac:chgData name="Vikram Sharma DnT" userId="e621fba0-84b4-4615-9996-b665fb25e9b8" providerId="ADAL" clId="{1E0C50BA-BAB4-4A9D-BB59-BEEFCF187300}" dt="2024-05-01T11:08:25.411" v="3578" actId="6549"/>
          <ac:spMkLst>
            <pc:docMk/>
            <pc:sldMk cId="2279869855" sldId="310"/>
            <ac:spMk id="3" creationId="{5425A6D8-1BF4-8D91-A91A-28612092FE4A}"/>
          </ac:spMkLst>
        </pc:spChg>
        <pc:spChg chg="mod">
          <ac:chgData name="Vikram Sharma DnT" userId="e621fba0-84b4-4615-9996-b665fb25e9b8" providerId="ADAL" clId="{1E0C50BA-BAB4-4A9D-BB59-BEEFCF187300}" dt="2024-04-26T05:47:44.362" v="69" actId="1076"/>
          <ac:spMkLst>
            <pc:docMk/>
            <pc:sldMk cId="2279869855" sldId="310"/>
            <ac:spMk id="5" creationId="{8EC37536-6601-6888-85B9-11F20C49C30A}"/>
          </ac:spMkLst>
        </pc:spChg>
        <pc:spChg chg="mod">
          <ac:chgData name="Vikram Sharma DnT" userId="e621fba0-84b4-4615-9996-b665fb25e9b8" providerId="ADAL" clId="{1E0C50BA-BAB4-4A9D-BB59-BEEFCF187300}" dt="2024-04-26T05:47:44.362" v="69" actId="1076"/>
          <ac:spMkLst>
            <pc:docMk/>
            <pc:sldMk cId="2279869855" sldId="310"/>
            <ac:spMk id="7" creationId="{D944E6D1-AE70-3991-7B29-48EAE1213BA0}"/>
          </ac:spMkLst>
        </pc:spChg>
        <pc:spChg chg="mod">
          <ac:chgData name="Vikram Sharma DnT" userId="e621fba0-84b4-4615-9996-b665fb25e9b8" providerId="ADAL" clId="{1E0C50BA-BAB4-4A9D-BB59-BEEFCF187300}" dt="2024-04-26T05:44:45.496" v="51" actId="20577"/>
          <ac:spMkLst>
            <pc:docMk/>
            <pc:sldMk cId="2279869855" sldId="310"/>
            <ac:spMk id="32" creationId="{CD100998-ECC3-0B55-EEC7-C2894BF06148}"/>
          </ac:spMkLst>
        </pc:spChg>
        <pc:graphicFrameChg chg="mod modGraphic">
          <ac:chgData name="Vikram Sharma DnT" userId="e621fba0-84b4-4615-9996-b665fb25e9b8" providerId="ADAL" clId="{1E0C50BA-BAB4-4A9D-BB59-BEEFCF187300}" dt="2024-05-01T10:39:03.320" v="3467" actId="20577"/>
          <ac:graphicFrameMkLst>
            <pc:docMk/>
            <pc:sldMk cId="2279869855" sldId="310"/>
            <ac:graphicFrameMk id="6" creationId="{918B84AC-6946-4F3F-8389-7A323FA11F8C}"/>
          </ac:graphicFrameMkLst>
        </pc:graphicFrameChg>
        <pc:picChg chg="mod">
          <ac:chgData name="Vikram Sharma DnT" userId="e621fba0-84b4-4615-9996-b665fb25e9b8" providerId="ADAL" clId="{1E0C50BA-BAB4-4A9D-BB59-BEEFCF187300}" dt="2024-04-26T05:44:25.591" v="23" actId="1076"/>
          <ac:picMkLst>
            <pc:docMk/>
            <pc:sldMk cId="2279869855" sldId="310"/>
            <ac:picMk id="15" creationId="{3B52272D-8279-B176-A4E8-D3452E69AAE6}"/>
          </ac:picMkLst>
        </pc:picChg>
        <pc:picChg chg="mod">
          <ac:chgData name="Vikram Sharma DnT" userId="e621fba0-84b4-4615-9996-b665fb25e9b8" providerId="ADAL" clId="{1E0C50BA-BAB4-4A9D-BB59-BEEFCF187300}" dt="2024-04-26T05:44:11.049" v="21" actId="1035"/>
          <ac:picMkLst>
            <pc:docMk/>
            <pc:sldMk cId="2279869855" sldId="310"/>
            <ac:picMk id="17" creationId="{C1796DAE-3156-DBA9-5EF0-E6B6C6F6C855}"/>
          </ac:picMkLst>
        </pc:picChg>
        <pc:picChg chg="mod">
          <ac:chgData name="Vikram Sharma DnT" userId="e621fba0-84b4-4615-9996-b665fb25e9b8" providerId="ADAL" clId="{1E0C50BA-BAB4-4A9D-BB59-BEEFCF187300}" dt="2024-04-26T05:44:54.355" v="52" actId="1076"/>
          <ac:picMkLst>
            <pc:docMk/>
            <pc:sldMk cId="2279869855" sldId="310"/>
            <ac:picMk id="18" creationId="{036DFC10-3E60-B0B5-B5D3-DB8B6F69EFD4}"/>
          </ac:picMkLst>
        </pc:picChg>
        <pc:picChg chg="mod">
          <ac:chgData name="Vikram Sharma DnT" userId="e621fba0-84b4-4615-9996-b665fb25e9b8" providerId="ADAL" clId="{1E0C50BA-BAB4-4A9D-BB59-BEEFCF187300}" dt="2024-04-26T05:44:54.355" v="52" actId="1076"/>
          <ac:picMkLst>
            <pc:docMk/>
            <pc:sldMk cId="2279869855" sldId="310"/>
            <ac:picMk id="19" creationId="{E94BFDD5-6187-4CEA-C2A9-E6FDD41576B4}"/>
          </ac:picMkLst>
        </pc:picChg>
        <pc:picChg chg="mod">
          <ac:chgData name="Vikram Sharma DnT" userId="e621fba0-84b4-4615-9996-b665fb25e9b8" providerId="ADAL" clId="{1E0C50BA-BAB4-4A9D-BB59-BEEFCF187300}" dt="2024-04-26T05:44:19.544" v="22" actId="1076"/>
          <ac:picMkLst>
            <pc:docMk/>
            <pc:sldMk cId="2279869855" sldId="310"/>
            <ac:picMk id="20" creationId="{195B544C-F806-222A-C631-09F878B69898}"/>
          </ac:picMkLst>
        </pc:picChg>
        <pc:picChg chg="mod">
          <ac:chgData name="Vikram Sharma DnT" userId="e621fba0-84b4-4615-9996-b665fb25e9b8" providerId="ADAL" clId="{1E0C50BA-BAB4-4A9D-BB59-BEEFCF187300}" dt="2024-04-26T05:44:11.049" v="21" actId="1035"/>
          <ac:picMkLst>
            <pc:docMk/>
            <pc:sldMk cId="2279869855" sldId="310"/>
            <ac:picMk id="22" creationId="{EB9300FB-40AC-0325-C852-86429061C886}"/>
          </ac:picMkLst>
        </pc:picChg>
        <pc:picChg chg="mod">
          <ac:chgData name="Vikram Sharma DnT" userId="e621fba0-84b4-4615-9996-b665fb25e9b8" providerId="ADAL" clId="{1E0C50BA-BAB4-4A9D-BB59-BEEFCF187300}" dt="2024-04-26T05:44:25.591" v="23" actId="1076"/>
          <ac:picMkLst>
            <pc:docMk/>
            <pc:sldMk cId="2279869855" sldId="310"/>
            <ac:picMk id="23" creationId="{963CFC21-67C7-424B-5C83-1305CF260164}"/>
          </ac:picMkLst>
        </pc:picChg>
        <pc:picChg chg="mod">
          <ac:chgData name="Vikram Sharma DnT" userId="e621fba0-84b4-4615-9996-b665fb25e9b8" providerId="ADAL" clId="{1E0C50BA-BAB4-4A9D-BB59-BEEFCF187300}" dt="2024-04-26T05:44:19.544" v="22" actId="1076"/>
          <ac:picMkLst>
            <pc:docMk/>
            <pc:sldMk cId="2279869855" sldId="310"/>
            <ac:picMk id="24" creationId="{A5FA285B-6C61-02B9-B198-6872C679FF6B}"/>
          </ac:picMkLst>
        </pc:picChg>
        <pc:picChg chg="mod">
          <ac:chgData name="Vikram Sharma DnT" userId="e621fba0-84b4-4615-9996-b665fb25e9b8" providerId="ADAL" clId="{1E0C50BA-BAB4-4A9D-BB59-BEEFCF187300}" dt="2024-05-01T10:38:16.534" v="3441" actId="1036"/>
          <ac:picMkLst>
            <pc:docMk/>
            <pc:sldMk cId="2279869855" sldId="310"/>
            <ac:picMk id="25" creationId="{8B8B6F2C-4A4C-5999-B0CD-7EA249E08EF5}"/>
          </ac:picMkLst>
        </pc:picChg>
        <pc:picChg chg="mod">
          <ac:chgData name="Vikram Sharma DnT" userId="e621fba0-84b4-4615-9996-b665fb25e9b8" providerId="ADAL" clId="{1E0C50BA-BAB4-4A9D-BB59-BEEFCF187300}" dt="2024-05-01T10:38:20.519" v="3443" actId="1036"/>
          <ac:picMkLst>
            <pc:docMk/>
            <pc:sldMk cId="2279869855" sldId="310"/>
            <ac:picMk id="26" creationId="{1CBFACC5-3CEA-E66B-83EB-EB4F912C03B3}"/>
          </ac:picMkLst>
        </pc:picChg>
        <pc:picChg chg="mod">
          <ac:chgData name="Vikram Sharma DnT" userId="e621fba0-84b4-4615-9996-b665fb25e9b8" providerId="ADAL" clId="{1E0C50BA-BAB4-4A9D-BB59-BEEFCF187300}" dt="2024-05-01T10:38:08.642" v="3436" actId="1036"/>
          <ac:picMkLst>
            <pc:docMk/>
            <pc:sldMk cId="2279869855" sldId="310"/>
            <ac:picMk id="27" creationId="{8DBA777F-23BA-F4A0-D744-AC9F6711C2EC}"/>
          </ac:picMkLst>
        </pc:picChg>
        <pc:picChg chg="mod">
          <ac:chgData name="Vikram Sharma DnT" userId="e621fba0-84b4-4615-9996-b665fb25e9b8" providerId="ADAL" clId="{1E0C50BA-BAB4-4A9D-BB59-BEEFCF187300}" dt="2024-05-01T10:38:08.642" v="3436" actId="1036"/>
          <ac:picMkLst>
            <pc:docMk/>
            <pc:sldMk cId="2279869855" sldId="310"/>
            <ac:picMk id="28" creationId="{CFF1CA60-3351-4ECE-2D15-0AA60D77E15A}"/>
          </ac:picMkLst>
        </pc:picChg>
        <pc:picChg chg="mod">
          <ac:chgData name="Vikram Sharma DnT" userId="e621fba0-84b4-4615-9996-b665fb25e9b8" providerId="ADAL" clId="{1E0C50BA-BAB4-4A9D-BB59-BEEFCF187300}" dt="2024-05-01T10:38:08.240" v="3435" actId="1036"/>
          <ac:picMkLst>
            <pc:docMk/>
            <pc:sldMk cId="2279869855" sldId="310"/>
            <ac:picMk id="29" creationId="{9029B0F5-4F81-58DD-ECEC-00A10B69C3A6}"/>
          </ac:picMkLst>
        </pc:picChg>
        <pc:picChg chg="mod">
          <ac:chgData name="Vikram Sharma DnT" userId="e621fba0-84b4-4615-9996-b665fb25e9b8" providerId="ADAL" clId="{1E0C50BA-BAB4-4A9D-BB59-BEEFCF187300}" dt="2024-05-01T10:38:25.282" v="3447" actId="1036"/>
          <ac:picMkLst>
            <pc:docMk/>
            <pc:sldMk cId="2279869855" sldId="310"/>
            <ac:picMk id="30" creationId="{03F4B824-88A2-6757-B849-6BAD81B29D88}"/>
          </ac:picMkLst>
        </pc:picChg>
      </pc:sldChg>
      <pc:sldChg chg="modSp mod">
        <pc:chgData name="Vikram Sharma DnT" userId="e621fba0-84b4-4615-9996-b665fb25e9b8" providerId="ADAL" clId="{1E0C50BA-BAB4-4A9D-BB59-BEEFCF187300}" dt="2024-05-01T11:08:56.562" v="3583" actId="113"/>
        <pc:sldMkLst>
          <pc:docMk/>
          <pc:sldMk cId="1650923522" sldId="313"/>
        </pc:sldMkLst>
        <pc:spChg chg="mod">
          <ac:chgData name="Vikram Sharma DnT" userId="e621fba0-84b4-4615-9996-b665fb25e9b8" providerId="ADAL" clId="{1E0C50BA-BAB4-4A9D-BB59-BEEFCF187300}" dt="2024-05-01T11:08:45.019" v="3580" actId="113"/>
          <ac:spMkLst>
            <pc:docMk/>
            <pc:sldMk cId="1650923522" sldId="313"/>
            <ac:spMk id="5" creationId="{C146581F-6E53-A503-D777-DFB64D7E2C1B}"/>
          </ac:spMkLst>
        </pc:spChg>
        <pc:spChg chg="mod">
          <ac:chgData name="Vikram Sharma DnT" userId="e621fba0-84b4-4615-9996-b665fb25e9b8" providerId="ADAL" clId="{1E0C50BA-BAB4-4A9D-BB59-BEEFCF187300}" dt="2024-05-01T11:08:48.385" v="3581" actId="113"/>
          <ac:spMkLst>
            <pc:docMk/>
            <pc:sldMk cId="1650923522" sldId="313"/>
            <ac:spMk id="7" creationId="{F01E9656-18E3-6E08-CFB0-0BDC8538D055}"/>
          </ac:spMkLst>
        </pc:spChg>
        <pc:spChg chg="mod">
          <ac:chgData name="Vikram Sharma DnT" userId="e621fba0-84b4-4615-9996-b665fb25e9b8" providerId="ADAL" clId="{1E0C50BA-BAB4-4A9D-BB59-BEEFCF187300}" dt="2024-05-01T11:08:42.011" v="3579" actId="113"/>
          <ac:spMkLst>
            <pc:docMk/>
            <pc:sldMk cId="1650923522" sldId="313"/>
            <ac:spMk id="9" creationId="{5FC47680-301A-C370-42B6-F5C8DD715559}"/>
          </ac:spMkLst>
        </pc:spChg>
        <pc:spChg chg="mod">
          <ac:chgData name="Vikram Sharma DnT" userId="e621fba0-84b4-4615-9996-b665fb25e9b8" providerId="ADAL" clId="{1E0C50BA-BAB4-4A9D-BB59-BEEFCF187300}" dt="2024-05-01T11:08:53.070" v="3582" actId="113"/>
          <ac:spMkLst>
            <pc:docMk/>
            <pc:sldMk cId="1650923522" sldId="313"/>
            <ac:spMk id="11" creationId="{47427C93-5F45-0555-6E40-7FDD42190649}"/>
          </ac:spMkLst>
        </pc:spChg>
        <pc:spChg chg="mod">
          <ac:chgData name="Vikram Sharma DnT" userId="e621fba0-84b4-4615-9996-b665fb25e9b8" providerId="ADAL" clId="{1E0C50BA-BAB4-4A9D-BB59-BEEFCF187300}" dt="2024-05-01T11:08:56.562" v="3583" actId="113"/>
          <ac:spMkLst>
            <pc:docMk/>
            <pc:sldMk cId="1650923522" sldId="313"/>
            <ac:spMk id="13" creationId="{948DB557-BABB-9CFD-52FE-42F5F9932986}"/>
          </ac:spMkLst>
        </pc:spChg>
        <pc:graphicFrameChg chg="mod modGraphic">
          <ac:chgData name="Vikram Sharma DnT" userId="e621fba0-84b4-4615-9996-b665fb25e9b8" providerId="ADAL" clId="{1E0C50BA-BAB4-4A9D-BB59-BEEFCF187300}" dt="2024-05-01T10:39:21.051" v="3469" actId="1076"/>
          <ac:graphicFrameMkLst>
            <pc:docMk/>
            <pc:sldMk cId="1650923522" sldId="313"/>
            <ac:graphicFrameMk id="4" creationId="{F467B904-BAB4-77B6-C211-65A8767A4E2E}"/>
          </ac:graphicFrameMkLst>
        </pc:graphicFrameChg>
        <pc:graphicFrameChg chg="mod modGraphic">
          <ac:chgData name="Vikram Sharma DnT" userId="e621fba0-84b4-4615-9996-b665fb25e9b8" providerId="ADAL" clId="{1E0C50BA-BAB4-4A9D-BB59-BEEFCF187300}" dt="2024-05-01T10:34:35.341" v="3384" actId="1076"/>
          <ac:graphicFrameMkLst>
            <pc:docMk/>
            <pc:sldMk cId="1650923522" sldId="313"/>
            <ac:graphicFrameMk id="6" creationId="{25188E32-4508-D502-E620-D7D3B15C9E2C}"/>
          </ac:graphicFrameMkLst>
        </pc:graphicFrameChg>
        <pc:graphicFrameChg chg="mod modGraphic">
          <ac:chgData name="Vikram Sharma DnT" userId="e621fba0-84b4-4615-9996-b665fb25e9b8" providerId="ADAL" clId="{1E0C50BA-BAB4-4A9D-BB59-BEEFCF187300}" dt="2024-05-01T10:35:29.997" v="3399" actId="20577"/>
          <ac:graphicFrameMkLst>
            <pc:docMk/>
            <pc:sldMk cId="1650923522" sldId="313"/>
            <ac:graphicFrameMk id="8" creationId="{ACC3667A-23F2-4AAA-532E-81C3C5D04212}"/>
          </ac:graphicFrameMkLst>
        </pc:graphicFrameChg>
        <pc:graphicFrameChg chg="mod modGraphic">
          <ac:chgData name="Vikram Sharma DnT" userId="e621fba0-84b4-4615-9996-b665fb25e9b8" providerId="ADAL" clId="{1E0C50BA-BAB4-4A9D-BB59-BEEFCF187300}" dt="2024-05-01T10:39:28.741" v="3471" actId="1076"/>
          <ac:graphicFrameMkLst>
            <pc:docMk/>
            <pc:sldMk cId="1650923522" sldId="313"/>
            <ac:graphicFrameMk id="10" creationId="{0971F71B-EDF0-5A51-419C-06BEA3DE8F81}"/>
          </ac:graphicFrameMkLst>
        </pc:graphicFrameChg>
        <pc:graphicFrameChg chg="mod modGraphic">
          <ac:chgData name="Vikram Sharma DnT" userId="e621fba0-84b4-4615-9996-b665fb25e9b8" providerId="ADAL" clId="{1E0C50BA-BAB4-4A9D-BB59-BEEFCF187300}" dt="2024-05-01T10:34:44.373" v="3386" actId="1076"/>
          <ac:graphicFrameMkLst>
            <pc:docMk/>
            <pc:sldMk cId="1650923522" sldId="313"/>
            <ac:graphicFrameMk id="14" creationId="{581BB245-A077-7657-3257-A54DFB01DE11}"/>
          </ac:graphicFrameMkLst>
        </pc:graphicFrameChg>
      </pc:sldChg>
      <pc:sldChg chg="modSp mod">
        <pc:chgData name="Vikram Sharma DnT" userId="e621fba0-84b4-4615-9996-b665fb25e9b8" providerId="ADAL" clId="{1E0C50BA-BAB4-4A9D-BB59-BEEFCF187300}" dt="2024-05-01T10:38:10.201" v="3437" actId="20577"/>
        <pc:sldMkLst>
          <pc:docMk/>
          <pc:sldMk cId="1350574522" sldId="315"/>
        </pc:sldMkLst>
        <pc:graphicFrameChg chg="modGraphic">
          <ac:chgData name="Vikram Sharma DnT" userId="e621fba0-84b4-4615-9996-b665fb25e9b8" providerId="ADAL" clId="{1E0C50BA-BAB4-4A9D-BB59-BEEFCF187300}" dt="2024-05-01T10:38:10.201" v="3437" actId="20577"/>
          <ac:graphicFrameMkLst>
            <pc:docMk/>
            <pc:sldMk cId="1350574522" sldId="315"/>
            <ac:graphicFrameMk id="6" creationId="{61DCEF24-28B7-F10B-AD92-8FAAD24FB964}"/>
          </ac:graphicFrameMkLst>
        </pc:graphicFrameChg>
      </pc:sldChg>
      <pc:sldChg chg="modSp mod">
        <pc:chgData name="Vikram Sharma DnT" userId="e621fba0-84b4-4615-9996-b665fb25e9b8" providerId="ADAL" clId="{1E0C50BA-BAB4-4A9D-BB59-BEEFCF187300}" dt="2024-05-01T10:41:04.651" v="3498" actId="15"/>
        <pc:sldMkLst>
          <pc:docMk/>
          <pc:sldMk cId="2147300769" sldId="316"/>
        </pc:sldMkLst>
        <pc:spChg chg="mod">
          <ac:chgData name="Vikram Sharma DnT" userId="e621fba0-84b4-4615-9996-b665fb25e9b8" providerId="ADAL" clId="{1E0C50BA-BAB4-4A9D-BB59-BEEFCF187300}" dt="2024-05-01T10:41:04.651" v="3498" actId="15"/>
          <ac:spMkLst>
            <pc:docMk/>
            <pc:sldMk cId="2147300769" sldId="316"/>
            <ac:spMk id="4" creationId="{5358E6C8-319F-9580-AEC4-772A32834EC3}"/>
          </ac:spMkLst>
        </pc:spChg>
      </pc:sldChg>
      <pc:sldChg chg="modSp mod">
        <pc:chgData name="Vikram Sharma DnT" userId="e621fba0-84b4-4615-9996-b665fb25e9b8" providerId="ADAL" clId="{1E0C50BA-BAB4-4A9D-BB59-BEEFCF187300}" dt="2024-05-01T11:15:38.630" v="3852" actId="20577"/>
        <pc:sldMkLst>
          <pc:docMk/>
          <pc:sldMk cId="1094904789" sldId="318"/>
        </pc:sldMkLst>
        <pc:spChg chg="mod">
          <ac:chgData name="Vikram Sharma DnT" userId="e621fba0-84b4-4615-9996-b665fb25e9b8" providerId="ADAL" clId="{1E0C50BA-BAB4-4A9D-BB59-BEEFCF187300}" dt="2024-05-01T11:13:13.123" v="3590" actId="20577"/>
          <ac:spMkLst>
            <pc:docMk/>
            <pc:sldMk cId="1094904789" sldId="318"/>
            <ac:spMk id="3" creationId="{BF3CA356-3497-B1A7-131A-95D6604BBBEF}"/>
          </ac:spMkLst>
        </pc:spChg>
        <pc:spChg chg="mod">
          <ac:chgData name="Vikram Sharma DnT" userId="e621fba0-84b4-4615-9996-b665fb25e9b8" providerId="ADAL" clId="{1E0C50BA-BAB4-4A9D-BB59-BEEFCF187300}" dt="2024-05-01T11:15:38.630" v="3852" actId="20577"/>
          <ac:spMkLst>
            <pc:docMk/>
            <pc:sldMk cId="1094904789" sldId="318"/>
            <ac:spMk id="4" creationId="{8E169B93-2378-480D-CF5B-C09CF3EBA174}"/>
          </ac:spMkLst>
        </pc:spChg>
      </pc:sldChg>
      <pc:sldChg chg="addSp delSp modSp new mod ord">
        <pc:chgData name="Vikram Sharma DnT" userId="e621fba0-84b4-4615-9996-b665fb25e9b8" providerId="ADAL" clId="{1E0C50BA-BAB4-4A9D-BB59-BEEFCF187300}" dt="2024-05-01T10:18:44.764" v="2259" actId="1076"/>
        <pc:sldMkLst>
          <pc:docMk/>
          <pc:sldMk cId="3887278291" sldId="319"/>
        </pc:sldMkLst>
        <pc:spChg chg="mod">
          <ac:chgData name="Vikram Sharma DnT" userId="e621fba0-84b4-4615-9996-b665fb25e9b8" providerId="ADAL" clId="{1E0C50BA-BAB4-4A9D-BB59-BEEFCF187300}" dt="2024-05-01T09:50:25.474" v="1909" actId="14100"/>
          <ac:spMkLst>
            <pc:docMk/>
            <pc:sldMk cId="3887278291" sldId="319"/>
            <ac:spMk id="3" creationId="{7D13F182-C990-6594-E678-4BB31918E387}"/>
          </ac:spMkLst>
        </pc:spChg>
        <pc:spChg chg="del">
          <ac:chgData name="Vikram Sharma DnT" userId="e621fba0-84b4-4615-9996-b665fb25e9b8" providerId="ADAL" clId="{1E0C50BA-BAB4-4A9D-BB59-BEEFCF187300}" dt="2024-05-01T09:05:26.700" v="1208" actId="478"/>
          <ac:spMkLst>
            <pc:docMk/>
            <pc:sldMk cId="3887278291" sldId="319"/>
            <ac:spMk id="4" creationId="{08B42D01-683F-FA8F-2612-64E14410ED80}"/>
          </ac:spMkLst>
        </pc:spChg>
        <pc:spChg chg="del">
          <ac:chgData name="Vikram Sharma DnT" userId="e621fba0-84b4-4615-9996-b665fb25e9b8" providerId="ADAL" clId="{1E0C50BA-BAB4-4A9D-BB59-BEEFCF187300}" dt="2024-05-01T09:05:22.500" v="1207" actId="478"/>
          <ac:spMkLst>
            <pc:docMk/>
            <pc:sldMk cId="3887278291" sldId="319"/>
            <ac:spMk id="5" creationId="{15356DB9-4BE7-1552-C675-739FC39126C5}"/>
          </ac:spMkLst>
        </pc:spChg>
        <pc:spChg chg="add del">
          <ac:chgData name="Vikram Sharma DnT" userId="e621fba0-84b4-4615-9996-b665fb25e9b8" providerId="ADAL" clId="{1E0C50BA-BAB4-4A9D-BB59-BEEFCF187300}" dt="2024-05-01T09:05:28.190" v="1210" actId="22"/>
          <ac:spMkLst>
            <pc:docMk/>
            <pc:sldMk cId="3887278291" sldId="319"/>
            <ac:spMk id="7" creationId="{A2AF1C01-095B-99A6-06C8-92C8C0496ABE}"/>
          </ac:spMkLst>
        </pc:spChg>
        <pc:graphicFrameChg chg="add mod modGraphic">
          <ac:chgData name="Vikram Sharma DnT" userId="e621fba0-84b4-4615-9996-b665fb25e9b8" providerId="ADAL" clId="{1E0C50BA-BAB4-4A9D-BB59-BEEFCF187300}" dt="2024-05-01T10:18:44.764" v="2259" actId="1076"/>
          <ac:graphicFrameMkLst>
            <pc:docMk/>
            <pc:sldMk cId="3887278291" sldId="319"/>
            <ac:graphicFrameMk id="8" creationId="{9CF976CD-A42B-939C-CD4A-5C5850FC6D34}"/>
          </ac:graphicFrameMkLst>
        </pc:graphicFrameChg>
      </pc:sldChg>
      <pc:sldChg chg="addSp delSp modSp new mod ord">
        <pc:chgData name="Vikram Sharma DnT" userId="e621fba0-84b4-4615-9996-b665fb25e9b8" providerId="ADAL" clId="{1E0C50BA-BAB4-4A9D-BB59-BEEFCF187300}" dt="2024-05-01T11:18:28.616" v="3942" actId="20577"/>
        <pc:sldMkLst>
          <pc:docMk/>
          <pc:sldMk cId="3296655027" sldId="320"/>
        </pc:sldMkLst>
        <pc:spChg chg="mod">
          <ac:chgData name="Vikram Sharma DnT" userId="e621fba0-84b4-4615-9996-b665fb25e9b8" providerId="ADAL" clId="{1E0C50BA-BAB4-4A9D-BB59-BEEFCF187300}" dt="2024-05-01T10:08:06.930" v="1977" actId="20577"/>
          <ac:spMkLst>
            <pc:docMk/>
            <pc:sldMk cId="3296655027" sldId="320"/>
            <ac:spMk id="3" creationId="{08F0600F-41CC-1AC6-37F3-A3A1EAA86E4E}"/>
          </ac:spMkLst>
        </pc:spChg>
        <pc:spChg chg="del">
          <ac:chgData name="Vikram Sharma DnT" userId="e621fba0-84b4-4615-9996-b665fb25e9b8" providerId="ADAL" clId="{1E0C50BA-BAB4-4A9D-BB59-BEEFCF187300}" dt="2024-05-01T10:09:45.660" v="2053" actId="478"/>
          <ac:spMkLst>
            <pc:docMk/>
            <pc:sldMk cId="3296655027" sldId="320"/>
            <ac:spMk id="4" creationId="{0A5DB1B4-E59D-7F49-7D6C-9936FED56C7C}"/>
          </ac:spMkLst>
        </pc:spChg>
        <pc:spChg chg="del">
          <ac:chgData name="Vikram Sharma DnT" userId="e621fba0-84b4-4615-9996-b665fb25e9b8" providerId="ADAL" clId="{1E0C50BA-BAB4-4A9D-BB59-BEEFCF187300}" dt="2024-05-01T10:08:11.730" v="1978" actId="478"/>
          <ac:spMkLst>
            <pc:docMk/>
            <pc:sldMk cId="3296655027" sldId="320"/>
            <ac:spMk id="5" creationId="{70D3CC72-BE26-FAF3-88D5-81203871FC47}"/>
          </ac:spMkLst>
        </pc:spChg>
        <pc:graphicFrameChg chg="add mod modGraphic">
          <ac:chgData name="Vikram Sharma DnT" userId="e621fba0-84b4-4615-9996-b665fb25e9b8" providerId="ADAL" clId="{1E0C50BA-BAB4-4A9D-BB59-BEEFCF187300}" dt="2024-05-01T11:18:28.616" v="3942" actId="20577"/>
          <ac:graphicFrameMkLst>
            <pc:docMk/>
            <pc:sldMk cId="3296655027" sldId="320"/>
            <ac:graphicFrameMk id="6" creationId="{676E80C0-4FA5-E8A5-D1A8-F8153CC337B3}"/>
          </ac:graphicFrameMkLst>
        </pc:graphicFrameChg>
      </pc:sldChg>
      <pc:sldChg chg="addSp delSp modSp new mod modClrScheme chgLayout">
        <pc:chgData name="Vikram Sharma DnT" userId="e621fba0-84b4-4615-9996-b665fb25e9b8" providerId="ADAL" clId="{1E0C50BA-BAB4-4A9D-BB59-BEEFCF187300}" dt="2024-05-01T11:06:04.109" v="3529" actId="6549"/>
        <pc:sldMkLst>
          <pc:docMk/>
          <pc:sldMk cId="1288415606" sldId="321"/>
        </pc:sldMkLst>
        <pc:spChg chg="mod ord">
          <ac:chgData name="Vikram Sharma DnT" userId="e621fba0-84b4-4615-9996-b665fb25e9b8" providerId="ADAL" clId="{1E0C50BA-BAB4-4A9D-BB59-BEEFCF187300}" dt="2024-05-01T10:24:29.141" v="2769" actId="700"/>
          <ac:spMkLst>
            <pc:docMk/>
            <pc:sldMk cId="1288415606" sldId="321"/>
            <ac:spMk id="2" creationId="{9BEC653F-CC77-AC9B-2066-9F79F1AC113B}"/>
          </ac:spMkLst>
        </pc:spChg>
        <pc:spChg chg="del mod ord">
          <ac:chgData name="Vikram Sharma DnT" userId="e621fba0-84b4-4615-9996-b665fb25e9b8" providerId="ADAL" clId="{1E0C50BA-BAB4-4A9D-BB59-BEEFCF187300}" dt="2024-05-01T10:24:29.141" v="2769" actId="700"/>
          <ac:spMkLst>
            <pc:docMk/>
            <pc:sldMk cId="1288415606" sldId="321"/>
            <ac:spMk id="3" creationId="{CF10926B-000F-1F16-80AD-6E824CEFC1A9}"/>
          </ac:spMkLst>
        </pc:spChg>
        <pc:spChg chg="del">
          <ac:chgData name="Vikram Sharma DnT" userId="e621fba0-84b4-4615-9996-b665fb25e9b8" providerId="ADAL" clId="{1E0C50BA-BAB4-4A9D-BB59-BEEFCF187300}" dt="2024-05-01T10:24:29.141" v="2769" actId="700"/>
          <ac:spMkLst>
            <pc:docMk/>
            <pc:sldMk cId="1288415606" sldId="321"/>
            <ac:spMk id="4" creationId="{206D290B-9CFD-72B2-43B5-2488C8D22A16}"/>
          </ac:spMkLst>
        </pc:spChg>
        <pc:spChg chg="del mod ord">
          <ac:chgData name="Vikram Sharma DnT" userId="e621fba0-84b4-4615-9996-b665fb25e9b8" providerId="ADAL" clId="{1E0C50BA-BAB4-4A9D-BB59-BEEFCF187300}" dt="2024-05-01T10:24:29.141" v="2769" actId="700"/>
          <ac:spMkLst>
            <pc:docMk/>
            <pc:sldMk cId="1288415606" sldId="321"/>
            <ac:spMk id="5" creationId="{F04680CB-200C-7594-B2F9-4223E79B0E92}"/>
          </ac:spMkLst>
        </pc:spChg>
        <pc:spChg chg="add mod ord">
          <ac:chgData name="Vikram Sharma DnT" userId="e621fba0-84b4-4615-9996-b665fb25e9b8" providerId="ADAL" clId="{1E0C50BA-BAB4-4A9D-BB59-BEEFCF187300}" dt="2024-05-01T10:32:10.699" v="3280" actId="14100"/>
          <ac:spMkLst>
            <pc:docMk/>
            <pc:sldMk cId="1288415606" sldId="321"/>
            <ac:spMk id="6" creationId="{82AB1724-15B0-6FB7-FC13-3D3D917D5477}"/>
          </ac:spMkLst>
        </pc:spChg>
        <pc:spChg chg="add del mod ord">
          <ac:chgData name="Vikram Sharma DnT" userId="e621fba0-84b4-4615-9996-b665fb25e9b8" providerId="ADAL" clId="{1E0C50BA-BAB4-4A9D-BB59-BEEFCF187300}" dt="2024-05-01T11:06:04.109" v="3529" actId="6549"/>
          <ac:spMkLst>
            <pc:docMk/>
            <pc:sldMk cId="1288415606" sldId="321"/>
            <ac:spMk id="7" creationId="{B3640305-293F-0190-EBCA-4C0AEAFB80FA}"/>
          </ac:spMkLst>
        </pc:spChg>
      </pc:sldChg>
      <pc:sldChg chg="addSp delSp modSp add mod">
        <pc:chgData name="Vikram Sharma DnT" userId="e621fba0-84b4-4615-9996-b665fb25e9b8" providerId="ADAL" clId="{1E0C50BA-BAB4-4A9D-BB59-BEEFCF187300}" dt="2024-05-01T10:32:25.597" v="3299" actId="20577"/>
        <pc:sldMkLst>
          <pc:docMk/>
          <pc:sldMk cId="1213408303" sldId="322"/>
        </pc:sldMkLst>
        <pc:spChg chg="add del mod">
          <ac:chgData name="Vikram Sharma DnT" userId="e621fba0-84b4-4615-9996-b665fb25e9b8" providerId="ADAL" clId="{1E0C50BA-BAB4-4A9D-BB59-BEEFCF187300}" dt="2024-05-01T10:31:01.263" v="3206" actId="478"/>
          <ac:spMkLst>
            <pc:docMk/>
            <pc:sldMk cId="1213408303" sldId="322"/>
            <ac:spMk id="4" creationId="{7F82A989-8E79-669D-8224-45825A321B83}"/>
          </ac:spMkLst>
        </pc:spChg>
        <pc:spChg chg="mod">
          <ac:chgData name="Vikram Sharma DnT" userId="e621fba0-84b4-4615-9996-b665fb25e9b8" providerId="ADAL" clId="{1E0C50BA-BAB4-4A9D-BB59-BEEFCF187300}" dt="2024-05-01T10:32:25.597" v="3299" actId="20577"/>
          <ac:spMkLst>
            <pc:docMk/>
            <pc:sldMk cId="1213408303" sldId="322"/>
            <ac:spMk id="6" creationId="{82AB1724-15B0-6FB7-FC13-3D3D917D5477}"/>
          </ac:spMkLst>
        </pc:spChg>
        <pc:spChg chg="del">
          <ac:chgData name="Vikram Sharma DnT" userId="e621fba0-84b4-4615-9996-b665fb25e9b8" providerId="ADAL" clId="{1E0C50BA-BAB4-4A9D-BB59-BEEFCF187300}" dt="2024-05-01T10:30:59.055" v="3205" actId="478"/>
          <ac:spMkLst>
            <pc:docMk/>
            <pc:sldMk cId="1213408303" sldId="322"/>
            <ac:spMk id="7" creationId="{B3640305-293F-0190-EBCA-4C0AEAFB80F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893472031592381E-2"/>
          <c:y val="2.5781347920285056E-2"/>
          <c:w val="0.92995492751857733"/>
          <c:h val="0.7846756407064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Sheet1!$A$2:$A$30</c:f>
              <c:strCache>
                <c:ptCount val="29"/>
                <c:pt idx="0">
                  <c:v>Nepal</c:v>
                </c:pt>
                <c:pt idx="1">
                  <c:v>USA</c:v>
                </c:pt>
                <c:pt idx="2">
                  <c:v>UAE</c:v>
                </c:pt>
                <c:pt idx="3">
                  <c:v>UK</c:v>
                </c:pt>
                <c:pt idx="4">
                  <c:v>France</c:v>
                </c:pt>
                <c:pt idx="5">
                  <c:v>Germany</c:v>
                </c:pt>
                <c:pt idx="6">
                  <c:v>Japan</c:v>
                </c:pt>
                <c:pt idx="7">
                  <c:v>Australia</c:v>
                </c:pt>
                <c:pt idx="8">
                  <c:v>Thailand</c:v>
                </c:pt>
                <c:pt idx="9">
                  <c:v>Canada</c:v>
                </c:pt>
                <c:pt idx="10">
                  <c:v>Saudi</c:v>
                </c:pt>
                <c:pt idx="11">
                  <c:v>Singapore</c:v>
                </c:pt>
                <c:pt idx="12">
                  <c:v>Oman</c:v>
                </c:pt>
                <c:pt idx="13">
                  <c:v>Italy</c:v>
                </c:pt>
                <c:pt idx="14">
                  <c:v>Qatar</c:v>
                </c:pt>
                <c:pt idx="15">
                  <c:v>Denmrk</c:v>
                </c:pt>
                <c:pt idx="16">
                  <c:v>Korea</c:v>
                </c:pt>
                <c:pt idx="17">
                  <c:v>Austria</c:v>
                </c:pt>
                <c:pt idx="18">
                  <c:v>Bahrain</c:v>
                </c:pt>
                <c:pt idx="19">
                  <c:v>China</c:v>
                </c:pt>
                <c:pt idx="20">
                  <c:v>Netherlands</c:v>
                </c:pt>
                <c:pt idx="21">
                  <c:v>Maldives</c:v>
                </c:pt>
                <c:pt idx="22">
                  <c:v>HongKong</c:v>
                </c:pt>
                <c:pt idx="23">
                  <c:v>Kuwait</c:v>
                </c:pt>
                <c:pt idx="24">
                  <c:v>Sri Lanka</c:v>
                </c:pt>
                <c:pt idx="25">
                  <c:v>Bangladesh</c:v>
                </c:pt>
                <c:pt idx="26">
                  <c:v>Israel</c:v>
                </c:pt>
                <c:pt idx="27">
                  <c:v>Kenya</c:v>
                </c:pt>
                <c:pt idx="28">
                  <c:v>Myanmar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67</c:v>
                </c:pt>
                <c:pt idx="1">
                  <c:v>56</c:v>
                </c:pt>
                <c:pt idx="2">
                  <c:v>30</c:v>
                </c:pt>
                <c:pt idx="3">
                  <c:v>30</c:v>
                </c:pt>
                <c:pt idx="4">
                  <c:v>16</c:v>
                </c:pt>
                <c:pt idx="5">
                  <c:v>13</c:v>
                </c:pt>
                <c:pt idx="6">
                  <c:v>12</c:v>
                </c:pt>
                <c:pt idx="7">
                  <c:v>9</c:v>
                </c:pt>
                <c:pt idx="8">
                  <c:v>9</c:v>
                </c:pt>
                <c:pt idx="9">
                  <c:v>8</c:v>
                </c:pt>
                <c:pt idx="10">
                  <c:v>7</c:v>
                </c:pt>
                <c:pt idx="11">
                  <c:v>6</c:v>
                </c:pt>
                <c:pt idx="12">
                  <c:v>5</c:v>
                </c:pt>
                <c:pt idx="13">
                  <c:v>5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6-4CD5-B7CB-5AC6C469C2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781242655"/>
        <c:axId val="781222975"/>
      </c:barChart>
      <c:catAx>
        <c:axId val="781242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1222975"/>
        <c:crosses val="autoZero"/>
        <c:auto val="1"/>
        <c:lblAlgn val="ctr"/>
        <c:lblOffset val="100"/>
        <c:noMultiLvlLbl val="0"/>
      </c:catAx>
      <c:valAx>
        <c:axId val="781222975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Overseas employees #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781242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Europe</c:v>
                </c:pt>
                <c:pt idx="2">
                  <c:v>MEA</c:v>
                </c:pt>
                <c:pt idx="3">
                  <c:v>NAM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110</c:v>
                </c:pt>
                <c:pt idx="1">
                  <c:v>74</c:v>
                </c:pt>
                <c:pt idx="2">
                  <c:v>61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4C-4924-9C13-F2E771FA95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33575087"/>
        <c:axId val="1733575567"/>
      </c:barChart>
      <c:catAx>
        <c:axId val="17335750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Continent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575567"/>
        <c:crosses val="autoZero"/>
        <c:auto val="1"/>
        <c:lblAlgn val="ctr"/>
        <c:lblOffset val="100"/>
        <c:noMultiLvlLbl val="0"/>
      </c:catAx>
      <c:valAx>
        <c:axId val="1733575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5750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Nepalese Rupee</c:v>
                </c:pt>
                <c:pt idx="1">
                  <c:v>USD</c:v>
                </c:pt>
                <c:pt idx="2">
                  <c:v>Euro</c:v>
                </c:pt>
                <c:pt idx="3">
                  <c:v>Dirham</c:v>
                </c:pt>
                <c:pt idx="4">
                  <c:v>GBP</c:v>
                </c:pt>
                <c:pt idx="5">
                  <c:v>Yen</c:v>
                </c:pt>
                <c:pt idx="6">
                  <c:v>Aus Dollar</c:v>
                </c:pt>
                <c:pt idx="7">
                  <c:v>Baht</c:v>
                </c:pt>
                <c:pt idx="8">
                  <c:v>CA Dollar</c:v>
                </c:pt>
                <c:pt idx="9">
                  <c:v>Saudi Riyal</c:v>
                </c:pt>
                <c:pt idx="10">
                  <c:v>SGP Dollar</c:v>
                </c:pt>
                <c:pt idx="11">
                  <c:v>Dinar</c:v>
                </c:pt>
                <c:pt idx="12">
                  <c:v>Omani Rial</c:v>
                </c:pt>
                <c:pt idx="13">
                  <c:v>Qatari Riyal</c:v>
                </c:pt>
                <c:pt idx="14">
                  <c:v>Won</c:v>
                </c:pt>
                <c:pt idx="15">
                  <c:v>Eu</c:v>
                </c:pt>
                <c:pt idx="16">
                  <c:v>Yuan</c:v>
                </c:pt>
                <c:pt idx="17">
                  <c:v>HK Dollar</c:v>
                </c:pt>
                <c:pt idx="18">
                  <c:v>Maldivian Rufiyaa</c:v>
                </c:pt>
                <c:pt idx="19">
                  <c:v>SL Rupee</c:v>
                </c:pt>
                <c:pt idx="20">
                  <c:v>Kyar</c:v>
                </c:pt>
                <c:pt idx="21">
                  <c:v>Shekel</c:v>
                </c:pt>
                <c:pt idx="22">
                  <c:v>Shilling</c:v>
                </c:pt>
                <c:pt idx="23">
                  <c:v>Taka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67</c:v>
                </c:pt>
                <c:pt idx="1">
                  <c:v>56</c:v>
                </c:pt>
                <c:pt idx="2">
                  <c:v>41</c:v>
                </c:pt>
                <c:pt idx="3">
                  <c:v>30</c:v>
                </c:pt>
                <c:pt idx="4">
                  <c:v>30</c:v>
                </c:pt>
                <c:pt idx="5">
                  <c:v>12</c:v>
                </c:pt>
                <c:pt idx="6">
                  <c:v>9</c:v>
                </c:pt>
                <c:pt idx="7">
                  <c:v>9</c:v>
                </c:pt>
                <c:pt idx="8">
                  <c:v>8</c:v>
                </c:pt>
                <c:pt idx="9">
                  <c:v>7</c:v>
                </c:pt>
                <c:pt idx="10">
                  <c:v>6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4</c:v>
                </c:pt>
                <c:pt idx="15">
                  <c:v>3</c:v>
                </c:pt>
                <c:pt idx="16">
                  <c:v>3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3-45A9-A39F-6D379970D2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4421279"/>
        <c:axId val="434419359"/>
      </c:barChart>
      <c:catAx>
        <c:axId val="434421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4419359"/>
        <c:crosses val="autoZero"/>
        <c:auto val="1"/>
        <c:lblAlgn val="ctr"/>
        <c:lblOffset val="100"/>
        <c:noMultiLvlLbl val="0"/>
      </c:catAx>
      <c:valAx>
        <c:axId val="434419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4421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0.23161</cdr:y>
    </cdr:from>
    <cdr:to>
      <cdr:x>0.06388</cdr:x>
      <cdr:y>0.61077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90F1A20C-539C-482B-D1FD-1601D03F59C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 rot="16200000">
          <a:off x="-4098096" y="2022679"/>
          <a:ext cx="2054530" cy="519232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3F9EB-A667-4D58-BCF6-E209520FBA94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7408-9A06-41BD-8B00-CEBD8D6DD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8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53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B7408-9A06-41BD-8B00-CEBD8D6DDF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04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5351" y="1600200"/>
            <a:ext cx="6384966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5350" y="4037607"/>
            <a:ext cx="6384966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6D27EAB-4BE9-8020-C82B-96126788B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367" y="5888110"/>
            <a:ext cx="2338593" cy="568781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EEAC47AD-3C86-EC28-C365-4BBC1D446D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10512"/>
            <a:ext cx="4000487" cy="50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79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 userDrawn="1">
          <p15:clr>
            <a:srgbClr val="FBAE40"/>
          </p15:clr>
        </p15:guide>
        <p15:guide id="4" orient="horz" pos="14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v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a red dress walking through a archway&#10;&#10;Description automatically generated">
            <a:extLst>
              <a:ext uri="{FF2B5EF4-FFF2-40B4-BE49-F238E27FC236}">
                <a16:creationId xmlns:a16="http://schemas.microsoft.com/office/drawing/2014/main" id="{8D733A8F-0643-869B-6F91-532A2DAF78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790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233" y="478975"/>
            <a:ext cx="6384966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233" y="2916382"/>
            <a:ext cx="6384966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6D27EAB-4BE9-8020-C82B-96126788B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35367" y="5888110"/>
            <a:ext cx="2338593" cy="568781"/>
          </a:xfrm>
          <a:prstGeom prst="rect">
            <a:avLst/>
          </a:prstGeom>
        </p:spPr>
      </p:pic>
      <p:pic>
        <p:nvPicPr>
          <p:cNvPr id="18" name="Picture 17" descr="A group of bags with gold handles&#10;&#10;Description automatically generated">
            <a:extLst>
              <a:ext uri="{FF2B5EF4-FFF2-40B4-BE49-F238E27FC236}">
                <a16:creationId xmlns:a16="http://schemas.microsoft.com/office/drawing/2014/main" id="{D43CD980-17CF-8D0A-F22D-5143DDDF6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292" b="34629"/>
          <a:stretch/>
        </p:blipFill>
        <p:spPr>
          <a:xfrm>
            <a:off x="-4" y="2974031"/>
            <a:ext cx="4953003" cy="38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37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 userDrawn="1">
          <p15:clr>
            <a:srgbClr val="FBAE40"/>
          </p15:clr>
        </p15:guide>
        <p15:guide id="4" orient="horz" pos="1488" userDrawn="1">
          <p15:clr>
            <a:srgbClr val="FBAE40"/>
          </p15:clr>
        </p15:guide>
        <p15:guide id="5" pos="33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84" y="2133600"/>
            <a:ext cx="10066316" cy="132556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dirty="0">
                <a:solidFill>
                  <a:schemeClr val="accent1"/>
                </a:solidFill>
                <a:latin typeface="AirIndia" pitchFamily="82" charset="77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pic>
        <p:nvPicPr>
          <p:cNvPr id="7" name="Picture 6" descr="A red and purple and yellow square&#10;&#10;Description automatically generated with medium confidence">
            <a:extLst>
              <a:ext uri="{FF2B5EF4-FFF2-40B4-BE49-F238E27FC236}">
                <a16:creationId xmlns:a16="http://schemas.microsoft.com/office/drawing/2014/main" id="{416A0339-9659-77BD-A28D-91C750E0BC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45822" y="4041648"/>
            <a:ext cx="5908348" cy="281635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5484" y="3455979"/>
            <a:ext cx="5471984" cy="179060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1695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building with a gold frame&#10;&#10;Description automatically generated">
            <a:extLst>
              <a:ext uri="{FF2B5EF4-FFF2-40B4-BE49-F238E27FC236}">
                <a16:creationId xmlns:a16="http://schemas.microsoft.com/office/drawing/2014/main" id="{52625ACE-6BB0-92F8-DF05-159753017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6666"/>
          <a:stretch/>
        </p:blipFill>
        <p:spPr>
          <a:xfrm>
            <a:off x="0" y="1718726"/>
            <a:ext cx="5790810" cy="51389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44494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  <p:pic>
        <p:nvPicPr>
          <p:cNvPr id="6" name="Picture 5" descr="A building with a dome on the water&#10;&#10;Description automatically generated">
            <a:extLst>
              <a:ext uri="{FF2B5EF4-FFF2-40B4-BE49-F238E27FC236}">
                <a16:creationId xmlns:a16="http://schemas.microsoft.com/office/drawing/2014/main" id="{52633A0A-DE60-008C-F44B-4634AF788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0326"/>
          <a:stretch/>
        </p:blipFill>
        <p:spPr>
          <a:xfrm>
            <a:off x="0" y="2183966"/>
            <a:ext cx="5791200" cy="467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13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0416" y="1475552"/>
            <a:ext cx="5484483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0416" y="3459164"/>
            <a:ext cx="5431768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US"/>
              <a:t>Click to edit Master subtitle style</a:t>
            </a:r>
          </a:p>
        </p:txBody>
      </p:sp>
      <p:pic>
        <p:nvPicPr>
          <p:cNvPr id="4" name="Picture 3" descr="An airplane flying in the sky&#10;&#10;Description automatically generated">
            <a:extLst>
              <a:ext uri="{FF2B5EF4-FFF2-40B4-BE49-F238E27FC236}">
                <a16:creationId xmlns:a16="http://schemas.microsoft.com/office/drawing/2014/main" id="{9498DA3E-4290-73C0-4C62-3B40E93C9F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7470"/>
          <a:stretch/>
        </p:blipFill>
        <p:spPr>
          <a:xfrm>
            <a:off x="1" y="1719072"/>
            <a:ext cx="5715000" cy="51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08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Content Layou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452D-6719-3A3C-48DC-057312D6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7B8DCE-B813-ECB6-504B-646AA8A70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060" y="304800"/>
            <a:ext cx="10977880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176C6B-4C1B-92FA-CF20-B7F8064C9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372" y="1587998"/>
            <a:ext cx="10974567" cy="4520204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800"/>
            </a:lvl1pPr>
            <a:lvl2pPr marL="6858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600"/>
            </a:lvl2pPr>
            <a:lvl3pPr marL="11430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400"/>
            </a:lvl3pPr>
            <a:lvl4pPr marL="16002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4pPr>
            <a:lvl5pPr marL="20574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EAFBD2D-C2BB-8088-2AF6-FCA057912F1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100" y="990600"/>
            <a:ext cx="10965528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0B4ED90-1C19-538C-AD30-CF248331DB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66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92" userDrawn="1">
          <p15:clr>
            <a:srgbClr val="FBAE40"/>
          </p15:clr>
        </p15:guide>
        <p15:guide id="4" orient="horz" pos="91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5658912-D983-FCD7-8563-DCAA4AD6C8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8280" y="1587998"/>
            <a:ext cx="5024120" cy="4588965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>
                <a:solidFill>
                  <a:srgbClr val="FF0000"/>
                </a:solidFill>
              </a:defRPr>
            </a:lvl1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C3759EA-CF74-7437-28A8-38074023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>
              <a:defRPr lang="en-US" sz="1200" smtClean="0">
                <a:solidFill>
                  <a:schemeClr val="accent1"/>
                </a:solidFill>
              </a:defRPr>
            </a:lvl1pPr>
          </a:lstStyle>
          <a:p>
            <a:pPr algn="ctr"/>
            <a:fld id="{3A41A254-7326-714E-AF55-4C213D6394DE}" type="slidenum">
              <a:rPr lang="en-IN" smtClean="0"/>
              <a:pPr algn="ctr"/>
              <a:t>‹#›</a:t>
            </a:fld>
            <a:endParaRPr lang="en-IN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A9E431-EC2B-5717-285E-278016CA8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373" y="1600200"/>
            <a:ext cx="5485628" cy="456183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1800" dirty="0"/>
            </a:lvl1pPr>
            <a:lvl2pPr>
              <a:defRPr lang="en-GB" sz="1600" dirty="0"/>
            </a:lvl2pPr>
            <a:lvl3pPr>
              <a:defRPr lang="en-GB" sz="1400" dirty="0"/>
            </a:lvl3pPr>
            <a:lvl4pPr>
              <a:defRPr lang="en-GB" sz="1200" dirty="0"/>
            </a:lvl4pPr>
            <a:lvl5pPr>
              <a:defRPr lang="en-US" sz="1200" dirty="0"/>
            </a:lvl5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Click to edit Master text styles</a:t>
            </a:r>
          </a:p>
          <a:p>
            <a:pPr lvl="1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US"/>
              <a:t>Fifth level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07FE69-5627-2F02-8D78-2B38708079C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100" y="990600"/>
            <a:ext cx="10965528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127A2E-2194-FA16-2895-A983F804D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048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C089A545-7420-C6A8-55C6-91018ACE1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92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B5B5505-B75C-A9AE-5EE1-1C13D2335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060" y="304800"/>
            <a:ext cx="10977880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6B0F032F-D65A-0255-D2B4-F805BB188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99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492875"/>
            <a:ext cx="857245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12BD0675-B4A3-C2D7-F0F5-5CFD25D415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55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each with palm trees and rocks&#10;&#10;Description automatically generated">
            <a:extLst>
              <a:ext uri="{FF2B5EF4-FFF2-40B4-BE49-F238E27FC236}">
                <a16:creationId xmlns:a16="http://schemas.microsoft.com/office/drawing/2014/main" id="{318F61C2-D69B-52CC-1407-6BDD573A1D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0479" y="-25399"/>
            <a:ext cx="12252959" cy="6908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1008601"/>
            <a:ext cx="5486400" cy="2420399"/>
          </a:xfrm>
        </p:spPr>
        <p:txBody>
          <a:bodyPr anchor="b">
            <a:normAutofit/>
          </a:bodyPr>
          <a:lstStyle>
            <a:lvl1pPr algn="l">
              <a:defRPr sz="6600" b="0" i="0">
                <a:solidFill>
                  <a:srgbClr val="962067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pic>
        <p:nvPicPr>
          <p:cNvPr id="11" name="Picture 10" descr="A colorful objects with gold and purple shapes&#10;&#10;Description automatically generated with medium confidence">
            <a:extLst>
              <a:ext uri="{FF2B5EF4-FFF2-40B4-BE49-F238E27FC236}">
                <a16:creationId xmlns:a16="http://schemas.microsoft.com/office/drawing/2014/main" id="{B2C22E4F-BAB3-388A-ABC6-B85601289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13"/>
          <a:stretch/>
        </p:blipFill>
        <p:spPr>
          <a:xfrm>
            <a:off x="0" y="2569123"/>
            <a:ext cx="3012464" cy="428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4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pos="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airplane flying in the sky&#10;&#10;Description automatically generated">
            <a:extLst>
              <a:ext uri="{FF2B5EF4-FFF2-40B4-BE49-F238E27FC236}">
                <a16:creationId xmlns:a16="http://schemas.microsoft.com/office/drawing/2014/main" id="{BA4976FA-1590-E7FA-325A-4D49C92DB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17621" b="30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n airplane flying in the sky&#10;&#10;Description automatically generated">
            <a:extLst>
              <a:ext uri="{FF2B5EF4-FFF2-40B4-BE49-F238E27FC236}">
                <a16:creationId xmlns:a16="http://schemas.microsoft.com/office/drawing/2014/main" id="{374C5802-21C8-3499-47DB-A5413E3AB8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630" b="3036"/>
          <a:stretch/>
        </p:blipFill>
        <p:spPr>
          <a:xfrm>
            <a:off x="-30480" y="-17145"/>
            <a:ext cx="12252960" cy="6892290"/>
          </a:xfrm>
          <a:prstGeom prst="rect">
            <a:avLst/>
          </a:prstGeom>
        </p:spPr>
      </p:pic>
      <p:pic>
        <p:nvPicPr>
          <p:cNvPr id="3" name="Picture 2" descr="A group of bags with gold handles&#10;&#10;Description automatically generated">
            <a:extLst>
              <a:ext uri="{FF2B5EF4-FFF2-40B4-BE49-F238E27FC236}">
                <a16:creationId xmlns:a16="http://schemas.microsoft.com/office/drawing/2014/main" id="{A983B41F-6A5B-CE62-91F1-BC22A04047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292" b="34629"/>
          <a:stretch/>
        </p:blipFill>
        <p:spPr>
          <a:xfrm>
            <a:off x="-4" y="2974031"/>
            <a:ext cx="4953003" cy="388396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DC3906F-921E-6E1D-753F-E155F5842C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3298" y="4800600"/>
            <a:ext cx="5486400" cy="1752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3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  <p15:guide id="5" pos="3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DDEF0-7AF8-5F17-BBC5-8B04639B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972800" cy="919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40AF1-B2D1-340A-5F66-CB24C4B8D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57399"/>
            <a:ext cx="10972800" cy="4119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622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0" r:id="rId3"/>
    <p:sldLayoutId id="2147483669" r:id="rId4"/>
    <p:sldLayoutId id="2147483671" r:id="rId5"/>
    <p:sldLayoutId id="2147483674" r:id="rId6"/>
    <p:sldLayoutId id="2147483651" r:id="rId7"/>
    <p:sldLayoutId id="2147483656" r:id="rId8"/>
    <p:sldLayoutId id="2147483655" r:id="rId9"/>
    <p:sldLayoutId id="2147483659" r:id="rId10"/>
    <p:sldLayoutId id="2147483664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irIndia" pitchFamily="8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dworx.com/en-en/about-sd-worx/press/2021-01-11-sd-worx-expands-global-payroll-coverage-150-countries-signing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s://www.adp.com/worldwide-locations.asp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9D38DF-580E-5A29-9634-6215ABA741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/>
              <a:t>Payroll &amp; BRE System Review</a:t>
            </a:r>
          </a:p>
        </p:txBody>
      </p:sp>
    </p:spTree>
    <p:extLst>
      <p:ext uri="{BB962C8B-B14F-4D97-AF65-F5344CB8AC3E}">
        <p14:creationId xmlns:p14="http://schemas.microsoft.com/office/powerpoint/2010/main" val="223332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126188-4DB7-45E8-75C0-9A11EDAA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3F5BC5-70DF-E4FA-CD4B-369CFC59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8E6C8-319F-9580-AEC4-772A32834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Exec Summary</a:t>
            </a:r>
          </a:p>
          <a:p>
            <a:r>
              <a:rPr lang="en-IN" dirty="0"/>
              <a:t>Comparison of PeopleStrong and Concur.</a:t>
            </a:r>
          </a:p>
          <a:p>
            <a:r>
              <a:rPr lang="en-IN" dirty="0"/>
              <a:t>Multicurrency analysis</a:t>
            </a:r>
          </a:p>
          <a:p>
            <a:pPr lvl="1"/>
            <a:r>
              <a:rPr lang="en-IN" dirty="0"/>
              <a:t>Employee Head Count Summary</a:t>
            </a:r>
          </a:p>
          <a:p>
            <a:pPr lvl="1"/>
            <a:r>
              <a:rPr lang="en-IN" dirty="0"/>
              <a:t>Vendor Review</a:t>
            </a:r>
          </a:p>
          <a:p>
            <a:pPr lvl="1"/>
            <a:r>
              <a:rPr lang="en-IN" dirty="0"/>
              <a:t>Solution options &amp; pro-con analysis</a:t>
            </a:r>
          </a:p>
          <a:p>
            <a:pPr lvl="1"/>
            <a:r>
              <a:rPr lang="en-IN" dirty="0"/>
              <a:t>Recommendation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30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2F7EBA-5E21-7CA3-B521-55D10E97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3CA356-3497-B1A7-131A-95D6604B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69B93-2378-480D-CF5B-C09CF3EBA1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en-IN" dirty="0"/>
              <a:t>Multiple challenges were reported for </a:t>
            </a:r>
            <a:r>
              <a:rPr lang="en-IN" b="1" dirty="0"/>
              <a:t>the business reimbursement of expenses </a:t>
            </a:r>
            <a:r>
              <a:rPr lang="en-IN" dirty="0"/>
              <a:t>(BRE) process by AI employees to HR. One of the action items was to do a comparison of AI’s current system (PeopleStrong)</a:t>
            </a:r>
          </a:p>
          <a:p>
            <a:pPr algn="just"/>
            <a:r>
              <a:rPr lang="en-IN" dirty="0"/>
              <a:t>A functional comparison of PeopleStrong vs Concur (based on our understanding of the usage of Concur solution in Vistara) is presented.</a:t>
            </a:r>
          </a:p>
          <a:p>
            <a:pPr algn="just"/>
            <a:r>
              <a:rPr lang="en-IN" dirty="0"/>
              <a:t>Current Gaps in PeopleStrong (wrt Concur) are discussed (Multicurrency issues ,MIS/Dashboards, UI/UX etc). Mitigation steps to close the gaps of PeopleStrong are presented as well.</a:t>
            </a:r>
          </a:p>
          <a:p>
            <a:pPr algn="just"/>
            <a:r>
              <a:rPr lang="en-IN" dirty="0"/>
              <a:t>A detailed analysis of multicurrency mitigation is presented.</a:t>
            </a:r>
          </a:p>
        </p:txBody>
      </p:sp>
    </p:spTree>
    <p:extLst>
      <p:ext uri="{BB962C8B-B14F-4D97-AF65-F5344CB8AC3E}">
        <p14:creationId xmlns:p14="http://schemas.microsoft.com/office/powerpoint/2010/main" val="1094904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AB1724-15B0-6FB7-FC13-3D3D917D5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84" y="2133600"/>
            <a:ext cx="10809266" cy="1325563"/>
          </a:xfrm>
        </p:spPr>
        <p:txBody>
          <a:bodyPr/>
          <a:lstStyle/>
          <a:p>
            <a:r>
              <a:rPr lang="en-IN" dirty="0"/>
              <a:t>BRE Solution comparison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3640305-293F-0190-EBCA-4C0AEAFB80F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5483" y="3455979"/>
            <a:ext cx="6853511" cy="179060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Comparison between PeopleStrong and Concur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EC653F-CC77-AC9B-2066-9F79F1AC11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4750" y="6492875"/>
            <a:ext cx="857250" cy="365125"/>
          </a:xfrm>
          <a:prstGeom prst="rect">
            <a:avLst/>
          </a:prstGeom>
        </p:spPr>
        <p:txBody>
          <a:bodyPr/>
          <a:lstStyle/>
          <a:p>
            <a:fld id="{3A41A254-7326-714E-AF55-4C213D6394D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15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1CA4ED-9A74-9AAA-E724-E02B8A1B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13F182-C990-6594-E678-4BB31918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82"/>
            <a:ext cx="10977880" cy="616171"/>
          </a:xfrm>
        </p:spPr>
        <p:txBody>
          <a:bodyPr/>
          <a:lstStyle/>
          <a:p>
            <a:r>
              <a:rPr lang="en-IN" dirty="0"/>
              <a:t>Comparison Summary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CF976CD-A42B-939C-CD4A-5C5850FC6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249746"/>
              </p:ext>
            </p:extLst>
          </p:nvPr>
        </p:nvGraphicFramePr>
        <p:xfrm>
          <a:off x="209555" y="623638"/>
          <a:ext cx="11936596" cy="621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415">
                  <a:extLst>
                    <a:ext uri="{9D8B030D-6E8A-4147-A177-3AD203B41FA5}">
                      <a16:colId xmlns:a16="http://schemas.microsoft.com/office/drawing/2014/main" val="1198878134"/>
                    </a:ext>
                  </a:extLst>
                </a:gridCol>
                <a:gridCol w="1510883">
                  <a:extLst>
                    <a:ext uri="{9D8B030D-6E8A-4147-A177-3AD203B41FA5}">
                      <a16:colId xmlns:a16="http://schemas.microsoft.com/office/drawing/2014/main" val="1364977154"/>
                    </a:ext>
                  </a:extLst>
                </a:gridCol>
                <a:gridCol w="4243331">
                  <a:extLst>
                    <a:ext uri="{9D8B030D-6E8A-4147-A177-3AD203B41FA5}">
                      <a16:colId xmlns:a16="http://schemas.microsoft.com/office/drawing/2014/main" val="2253398382"/>
                    </a:ext>
                  </a:extLst>
                </a:gridCol>
                <a:gridCol w="3749967">
                  <a:extLst>
                    <a:ext uri="{9D8B030D-6E8A-4147-A177-3AD203B41FA5}">
                      <a16:colId xmlns:a16="http://schemas.microsoft.com/office/drawing/2014/main" val="4056445152"/>
                    </a:ext>
                  </a:extLst>
                </a:gridCol>
              </a:tblGrid>
              <a:tr h="366881">
                <a:tc rowSpan="2"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Features</a:t>
                      </a: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400" b="1" dirty="0">
                        <a:solidFill>
                          <a:schemeClr val="bg1"/>
                        </a:solidFill>
                        <a:latin typeface="Concourse T3" pitchFamily="50" charset="0"/>
                      </a:endParaRP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BRE Tool Comparison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77695"/>
                  </a:ext>
                </a:extLst>
              </a:tr>
              <a:tr h="3795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Concur</a:t>
                      </a:r>
                    </a:p>
                  </a:txBody>
                  <a:tcPr marL="100584" marR="10058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PeopleStrong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39834241"/>
                  </a:ext>
                </a:extLst>
              </a:tr>
              <a:tr h="337278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Expense Categories Covered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Concourse T3" pitchFamily="50" charset="0"/>
                        </a:rPr>
                        <a:t>Mandatory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All Required claim categories are configurable</a:t>
                      </a:r>
                    </a:p>
                  </a:txBody>
                  <a:tcPr marL="82982" marR="82982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All Required claim categories are configurable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413077"/>
                  </a:ext>
                </a:extLst>
              </a:tr>
              <a:tr h="446660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Integration with Financial System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Native integration available with SAP. So, no additional effort is required</a:t>
                      </a:r>
                    </a:p>
                  </a:txBody>
                  <a:tcPr marL="110642" marR="110642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Integration, management and support is required. But connectors / integration is provided.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764430"/>
                  </a:ext>
                </a:extLst>
              </a:tr>
              <a:tr h="362311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UI for Expense requests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UI Is intuitive and user friendly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UI is comparatively less user friendly compared to Concur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320702"/>
                  </a:ext>
                </a:extLst>
              </a:tr>
              <a:tr h="378215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Reporting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Different types of expense reports are available (OOB &amp; custom reporting)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Custom reporting is not available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277563"/>
                  </a:ext>
                </a:extLst>
              </a:tr>
              <a:tr h="535992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Approval outsourcing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 Air India non ctc expenses approvals  are taken care by PS team as these are mass approvals. Concur does not have this BPO capability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All Non-CTC approvals are being processed by PS team.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45069"/>
                  </a:ext>
                </a:extLst>
              </a:tr>
              <a:tr h="714655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Support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Vistara Finance team has not reported any issues with respect to support.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 issues on PeopleStrong from a software perspective. There have been issues in the past wrt approvals process for non-CTC claims by peoplestrong team. But these have stabilized as per HR team.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065757"/>
                  </a:ext>
                </a:extLst>
              </a:tr>
              <a:tr h="372444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Workflow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Workflow can be customized easily with help of Concur Support</a:t>
                      </a:r>
                    </a:p>
                  </a:txBody>
                  <a:tcPr marL="110642" marR="110642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Workflow can be  configured with help of  PS support</a:t>
                      </a:r>
                    </a:p>
                  </a:txBody>
                  <a:tcPr marL="110642" marR="110642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80707"/>
                  </a:ext>
                </a:extLst>
              </a:tr>
              <a:tr h="446660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Globalization Support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Concur has ability to handle multiple currencies.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PS at present is not configured for handling multicurrency</a:t>
                      </a:r>
                    </a:p>
                  </a:txBody>
                  <a:tcPr marL="110642" marR="110642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32338"/>
                  </a:ext>
                </a:extLst>
              </a:tr>
              <a:tr h="415361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International Travel Policy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International Travel is available</a:t>
                      </a:r>
                    </a:p>
                  </a:txBody>
                  <a:tcPr marL="110642" marR="110642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International travel is available</a:t>
                      </a:r>
                    </a:p>
                  </a:txBody>
                  <a:tcPr marL="110642" marR="110642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34205"/>
                  </a:ext>
                </a:extLst>
              </a:tr>
              <a:tr h="446660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Dashboard</a:t>
                      </a: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kumimoji="0" lang="en-IN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ncourse T3" pitchFamily="50" charset="0"/>
                        <a:ea typeface="+mn-ea"/>
                        <a:cs typeface="+mn-cs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Dashboard is available giving all details of YTD expenses, remaining YTD allowances etc.</a:t>
                      </a:r>
                    </a:p>
                  </a:txBody>
                  <a:tcPr marL="110642" marR="110642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Limited Dashboarding</a:t>
                      </a:r>
                    </a:p>
                  </a:txBody>
                  <a:tcPr marL="110642" marR="110642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365587"/>
                  </a:ext>
                </a:extLst>
              </a:tr>
              <a:tr h="357328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Assign expenses to Different Cost Centres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Available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Available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16031"/>
                  </a:ext>
                </a:extLst>
              </a:tr>
              <a:tr h="267996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Ability to Add different documents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Available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Available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123435"/>
                  </a:ext>
                </a:extLst>
              </a:tr>
              <a:tr h="308692">
                <a:tc>
                  <a:txBody>
                    <a:bodyPr/>
                    <a:lstStyle/>
                    <a:p>
                      <a:pPr algn="l"/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Concourse T3" pitchFamily="50" charset="0"/>
                          <a:ea typeface="+mn-ea"/>
                          <a:cs typeface="+mn-cs"/>
                        </a:rPr>
                        <a:t>Tracking &amp; Notifications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course T3" pitchFamily="50" charset="0"/>
                          <a:ea typeface="+mn-ea"/>
                          <a:cs typeface="+mn-cs"/>
                        </a:rPr>
                        <a:t>Mandatory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Concourse T3" pitchFamily="50" charset="0"/>
                      </a:endParaRPr>
                    </a:p>
                  </a:txBody>
                  <a:tcPr marL="110642" marR="110642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Available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Available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809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27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05FFE3-4F29-A0C0-241A-C0475AA4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F0600F-41CC-1AC6-37F3-A3A1EAA8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Gaps &amp; Mitigations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76E80C0-4FA5-E8A5-D1A8-F8153CC33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179061"/>
              </p:ext>
            </p:extLst>
          </p:nvPr>
        </p:nvGraphicFramePr>
        <p:xfrm>
          <a:off x="681664" y="1293627"/>
          <a:ext cx="11109843" cy="470306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547339">
                  <a:extLst>
                    <a:ext uri="{9D8B030D-6E8A-4147-A177-3AD203B41FA5}">
                      <a16:colId xmlns:a16="http://schemas.microsoft.com/office/drawing/2014/main" val="1206867524"/>
                    </a:ext>
                  </a:extLst>
                </a:gridCol>
                <a:gridCol w="5562504">
                  <a:extLst>
                    <a:ext uri="{9D8B030D-6E8A-4147-A177-3AD203B41FA5}">
                      <a16:colId xmlns:a16="http://schemas.microsoft.com/office/drawing/2014/main" val="4107217267"/>
                    </a:ext>
                  </a:extLst>
                </a:gridCol>
              </a:tblGrid>
              <a:tr h="438328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081199"/>
                  </a:ext>
                </a:extLst>
              </a:tr>
              <a:tr h="7565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PeopleStrong UI is comparatively less user friendly compared to Concur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This can be mitigated by providing a more intuitive frontend for expenses and payroll on the </a:t>
                      </a:r>
                      <a:r>
                        <a:rPr lang="en-IN" dirty="0" err="1"/>
                        <a:t>MyAI</a:t>
                      </a:r>
                      <a:r>
                        <a:rPr lang="en-IN" dirty="0"/>
                        <a:t> employee portal in future.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401343"/>
                  </a:ext>
                </a:extLst>
              </a:tr>
              <a:tr h="1080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Custom reporting is not available in PeopleStrong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 reports can be created on </a:t>
                      </a:r>
                      <a:r>
                        <a:rPr lang="en-IN" dirty="0" err="1"/>
                        <a:t>PowerBI</a:t>
                      </a:r>
                      <a:r>
                        <a:rPr lang="en-IN" dirty="0"/>
                        <a:t> or other reporting / dashboarding solutions and made available on </a:t>
                      </a:r>
                      <a:r>
                        <a:rPr lang="en-IN" dirty="0" err="1"/>
                        <a:t>MyAI</a:t>
                      </a:r>
                      <a:r>
                        <a:rPr lang="en-IN" dirty="0"/>
                        <a:t> portal.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612723"/>
                  </a:ext>
                </a:extLst>
              </a:tr>
              <a:tr h="1080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PeopleStrong has limited dashboarding.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Custom dashboards can be created </a:t>
                      </a:r>
                      <a:r>
                        <a:rPr lang="en-IN" dirty="0" err="1"/>
                        <a:t>PowerBI</a:t>
                      </a:r>
                      <a:r>
                        <a:rPr lang="en-IN" dirty="0"/>
                        <a:t> or other reporting / dashboarding solutions and made available on </a:t>
                      </a:r>
                      <a:r>
                        <a:rPr lang="en-IN" dirty="0" err="1"/>
                        <a:t>MyAI</a:t>
                      </a:r>
                      <a:r>
                        <a:rPr lang="en-IN" dirty="0"/>
                        <a:t> portal. Finance /HR and D&amp;T </a:t>
                      </a:r>
                      <a:r>
                        <a:rPr lang="en-IN" dirty="0" err="1"/>
                        <a:t>spocs</a:t>
                      </a:r>
                      <a:r>
                        <a:rPr lang="en-IN"/>
                        <a:t>  to work on these reports / dashboards.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601742"/>
                  </a:ext>
                </a:extLst>
              </a:tr>
              <a:tr h="1080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PeopleStrong at present is not configured for handling multicurrency.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further analysis done to mitigate this gap. Subsequent slides present this analysis and recommendation.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571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65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AB1724-15B0-6FB7-FC13-3D3D917D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Multi-currency analysis &amp; comparison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EC653F-CC77-AC9B-2066-9F79F1AC11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4750" y="6492875"/>
            <a:ext cx="857250" cy="365125"/>
          </a:xfrm>
          <a:prstGeom prst="rect">
            <a:avLst/>
          </a:prstGeom>
        </p:spPr>
        <p:txBody>
          <a:bodyPr/>
          <a:lstStyle/>
          <a:p>
            <a:fld id="{3A41A254-7326-714E-AF55-4C213D6394D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08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70004-F9B6-A72C-6620-799688CC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48BD22-CBFE-D109-C4C1-0C9765DB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81044"/>
            <a:ext cx="10977880" cy="914400"/>
          </a:xfrm>
        </p:spPr>
        <p:txBody>
          <a:bodyPr/>
          <a:lstStyle/>
          <a:p>
            <a:r>
              <a:rPr lang="en-IN" dirty="0"/>
              <a:t>Employee head count summary -  by locations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C739BA-0362-51C9-BBFA-66CF0A5D9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367141"/>
              </p:ext>
            </p:extLst>
          </p:nvPr>
        </p:nvGraphicFramePr>
        <p:xfrm>
          <a:off x="201830" y="1241202"/>
          <a:ext cx="2255012" cy="51015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30006">
                  <a:extLst>
                    <a:ext uri="{9D8B030D-6E8A-4147-A177-3AD203B41FA5}">
                      <a16:colId xmlns:a16="http://schemas.microsoft.com/office/drawing/2014/main" val="1201996195"/>
                    </a:ext>
                  </a:extLst>
                </a:gridCol>
                <a:gridCol w="1025006">
                  <a:extLst>
                    <a:ext uri="{9D8B030D-6E8A-4147-A177-3AD203B41FA5}">
                      <a16:colId xmlns:a16="http://schemas.microsoft.com/office/drawing/2014/main" val="1888986161"/>
                    </a:ext>
                  </a:extLst>
                </a:gridCol>
              </a:tblGrid>
              <a:tr h="144431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Country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9" marR="6289" marT="6289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Employee Count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89" marR="6289" marT="6289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118822"/>
                  </a:ext>
                </a:extLst>
              </a:tr>
              <a:tr h="23287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Nepal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67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4273020770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USA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 dirty="0">
                          <a:effectLst/>
                        </a:rPr>
                        <a:t>56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82083526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UAE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30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4190781537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UK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30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04561899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France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16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2638766344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Germany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13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169541914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 dirty="0">
                          <a:effectLst/>
                        </a:rPr>
                        <a:t>Japan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12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2795158098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Australia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9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2665122677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Thailand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9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2722665347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Canada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8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999665458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Saudi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7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2672832482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Singapore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6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55513162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Oman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 dirty="0">
                          <a:effectLst/>
                        </a:rPr>
                        <a:t>5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619636358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Italy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5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424092232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Qatar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604625449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Denmrk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688623346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Korea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4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989298526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Austria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287699691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Bahrain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593055427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China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631532181"/>
                  </a:ext>
                </a:extLst>
              </a:tr>
              <a:tr h="282045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Netherlands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3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025496859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Maldives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199363963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HongKong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3955066855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Kuwait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586701947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Sri Lanka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2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405020902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Bangladesh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075846840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Israel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484929888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Kenya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>
                          <a:effectLst/>
                        </a:rPr>
                        <a:t>1</a:t>
                      </a:r>
                      <a:endParaRPr lang="en-IN" sz="800" b="0" i="0" u="none" strike="noStrike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2528721503"/>
                  </a:ext>
                </a:extLst>
              </a:tr>
              <a:tr h="164527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 dirty="0">
                          <a:effectLst/>
                        </a:rPr>
                        <a:t>Myanmar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800" u="none" strike="noStrike" dirty="0">
                          <a:effectLst/>
                        </a:rPr>
                        <a:t>1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289" marR="6289" marT="6289" marB="0" anchor="b"/>
                </a:tc>
                <a:extLst>
                  <a:ext uri="{0D108BD9-81ED-4DB2-BD59-A6C34878D82A}">
                    <a16:rowId xmlns:a16="http://schemas.microsoft.com/office/drawing/2014/main" val="1822932101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BF099C9-7686-EBF5-B844-ED6C78A9CA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5257494"/>
              </p:ext>
            </p:extLst>
          </p:nvPr>
        </p:nvGraphicFramePr>
        <p:xfrm>
          <a:off x="2578608" y="1243792"/>
          <a:ext cx="7152940" cy="5101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69C03D-58E6-7D16-FDD7-13F6CDCF8B01}"/>
              </a:ext>
            </a:extLst>
          </p:cNvPr>
          <p:cNvSpPr txBox="1"/>
          <p:nvPr/>
        </p:nvSpPr>
        <p:spPr>
          <a:xfrm>
            <a:off x="2902556" y="854291"/>
            <a:ext cx="19014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chemeClr val="accent1"/>
                </a:solidFill>
              </a:rPr>
              <a:t>Overseas Employees- 309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6146F-B067-DE99-D114-93FD25436447}"/>
              </a:ext>
            </a:extLst>
          </p:cNvPr>
          <p:cNvSpPr txBox="1"/>
          <p:nvPr/>
        </p:nvSpPr>
        <p:spPr>
          <a:xfrm>
            <a:off x="5078828" y="854291"/>
            <a:ext cx="2419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India Employees- 18000 (approx.)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07FE456-D7E7-AE4C-47C9-4DF079A95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3708362"/>
              </p:ext>
            </p:extLst>
          </p:nvPr>
        </p:nvGraphicFramePr>
        <p:xfrm>
          <a:off x="9853314" y="1248845"/>
          <a:ext cx="2225836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BFCC32-7BF9-975C-8231-A8A7C243354D}"/>
              </a:ext>
            </a:extLst>
          </p:cNvPr>
          <p:cNvSpPr txBox="1"/>
          <p:nvPr/>
        </p:nvSpPr>
        <p:spPr>
          <a:xfrm>
            <a:off x="7576076" y="864639"/>
            <a:ext cx="18758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29 countries outside India</a:t>
            </a:r>
          </a:p>
        </p:txBody>
      </p:sp>
    </p:spTree>
    <p:extLst>
      <p:ext uri="{BB962C8B-B14F-4D97-AF65-F5344CB8AC3E}">
        <p14:creationId xmlns:p14="http://schemas.microsoft.com/office/powerpoint/2010/main" val="7567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B17CC1-74CD-F4DA-F74A-8F5414BA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8D153D-6E68-C725-0BE0-8A08653D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002" y="330560"/>
            <a:ext cx="10977880" cy="914400"/>
          </a:xfrm>
        </p:spPr>
        <p:txBody>
          <a:bodyPr/>
          <a:lstStyle/>
          <a:p>
            <a:r>
              <a:rPr lang="en-IN" dirty="0"/>
              <a:t>Employee head count summary -  by currency use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F86FCD-D7BD-5718-49CC-304F81015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67206"/>
              </p:ext>
            </p:extLst>
          </p:nvPr>
        </p:nvGraphicFramePr>
        <p:xfrm>
          <a:off x="599084" y="1533810"/>
          <a:ext cx="2396240" cy="4876052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083232">
                  <a:extLst>
                    <a:ext uri="{9D8B030D-6E8A-4147-A177-3AD203B41FA5}">
                      <a16:colId xmlns:a16="http://schemas.microsoft.com/office/drawing/2014/main" val="1605891772"/>
                    </a:ext>
                  </a:extLst>
                </a:gridCol>
                <a:gridCol w="1313008">
                  <a:extLst>
                    <a:ext uri="{9D8B030D-6E8A-4147-A177-3AD203B41FA5}">
                      <a16:colId xmlns:a16="http://schemas.microsoft.com/office/drawing/2014/main" val="1323362072"/>
                    </a:ext>
                  </a:extLst>
                </a:gridCol>
              </a:tblGrid>
              <a:tr h="213692">
                <a:tc>
                  <a:txBody>
                    <a:bodyPr/>
                    <a:lstStyle/>
                    <a:p>
                      <a:pPr algn="l" rtl="0" fontAlgn="t"/>
                      <a:r>
                        <a:rPr lang="en-IN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Currency</a:t>
                      </a:r>
                      <a:endParaRPr lang="en-IN" sz="1000" b="0" i="0" u="none" strike="noStrike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8206" marR="8206" marT="8206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IN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Employee Count</a:t>
                      </a:r>
                      <a:endParaRPr lang="en-IN" sz="1000" b="0" i="0" u="none" strike="noStrike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8206" marR="8206" marT="8206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37817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 dirty="0">
                          <a:effectLst/>
                        </a:rPr>
                        <a:t>Nepalese Rupee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67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918353606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USD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56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765766717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Euro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41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618642055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Dirham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30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269417053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GBP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30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89783375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Yen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12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833639770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Aus Dollar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2324938804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Baht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9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866913750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CA Dollar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8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071259519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Saudi Riyal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7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4012182806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SGP Dollar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6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698471788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Dinar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2911805102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Omani Rial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5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768663686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Qatari Riyal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3010687361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Won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4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3717426420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Eu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772887655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Yuan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3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3704768072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HK Dollar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358137837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Maldivian Rufiyaa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3631285771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SL Rupee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2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2565995130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Kyar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1088286356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Shekel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2123359188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Shilling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1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4108902801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>
                          <a:effectLst/>
                        </a:rPr>
                        <a:t>Taka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u="none" strike="noStrike" dirty="0">
                          <a:effectLst/>
                        </a:rPr>
                        <a:t>1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06" marR="8206" marT="8206" marB="0" anchor="b"/>
                </a:tc>
                <a:extLst>
                  <a:ext uri="{0D108BD9-81ED-4DB2-BD59-A6C34878D82A}">
                    <a16:rowId xmlns:a16="http://schemas.microsoft.com/office/drawing/2014/main" val="3983416890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3E5F930-6A57-969C-9702-2632AE24E7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0113071"/>
              </p:ext>
            </p:extLst>
          </p:nvPr>
        </p:nvGraphicFramePr>
        <p:xfrm>
          <a:off x="3269229" y="1533810"/>
          <a:ext cx="8128000" cy="4876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0F01C2F-9D52-42B4-A288-372A7AE2B614}"/>
              </a:ext>
            </a:extLst>
          </p:cNvPr>
          <p:cNvSpPr txBox="1"/>
          <p:nvPr/>
        </p:nvSpPr>
        <p:spPr>
          <a:xfrm>
            <a:off x="3698084" y="1049369"/>
            <a:ext cx="19014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chemeClr val="accent1"/>
                </a:solidFill>
              </a:rPr>
              <a:t>Overseas Employees- 309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3C8F49-920E-6E17-89E0-0BF01427AECA}"/>
              </a:ext>
            </a:extLst>
          </p:cNvPr>
          <p:cNvSpPr txBox="1"/>
          <p:nvPr/>
        </p:nvSpPr>
        <p:spPr>
          <a:xfrm>
            <a:off x="5874356" y="1049369"/>
            <a:ext cx="2419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India Employees- 18000 (approx.)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04331-FA0A-6AD1-ED74-0696DBD57C0F}"/>
              </a:ext>
            </a:extLst>
          </p:cNvPr>
          <p:cNvSpPr txBox="1"/>
          <p:nvPr/>
        </p:nvSpPr>
        <p:spPr>
          <a:xfrm>
            <a:off x="8568397" y="1029980"/>
            <a:ext cx="10583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24 currencies</a:t>
            </a:r>
          </a:p>
        </p:txBody>
      </p:sp>
    </p:spTree>
    <p:extLst>
      <p:ext uri="{BB962C8B-B14F-4D97-AF65-F5344CB8AC3E}">
        <p14:creationId xmlns:p14="http://schemas.microsoft.com/office/powerpoint/2010/main" val="317280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96EE69-E7CC-F306-9229-859A1AED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25A6D8-1BF4-8D91-A91A-28612092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Vendors for multicurrency payroll/BRE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8B84AC-6946-4F3F-8389-7A323FA11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845268"/>
              </p:ext>
            </p:extLst>
          </p:nvPr>
        </p:nvGraphicFramePr>
        <p:xfrm>
          <a:off x="607060" y="1085334"/>
          <a:ext cx="11036384" cy="498573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38693">
                  <a:extLst>
                    <a:ext uri="{9D8B030D-6E8A-4147-A177-3AD203B41FA5}">
                      <a16:colId xmlns:a16="http://schemas.microsoft.com/office/drawing/2014/main" val="226725490"/>
                    </a:ext>
                  </a:extLst>
                </a:gridCol>
                <a:gridCol w="1369909">
                  <a:extLst>
                    <a:ext uri="{9D8B030D-6E8A-4147-A177-3AD203B41FA5}">
                      <a16:colId xmlns:a16="http://schemas.microsoft.com/office/drawing/2014/main" val="2051849450"/>
                    </a:ext>
                  </a:extLst>
                </a:gridCol>
                <a:gridCol w="1805970">
                  <a:extLst>
                    <a:ext uri="{9D8B030D-6E8A-4147-A177-3AD203B41FA5}">
                      <a16:colId xmlns:a16="http://schemas.microsoft.com/office/drawing/2014/main" val="604731795"/>
                    </a:ext>
                  </a:extLst>
                </a:gridCol>
                <a:gridCol w="2810906">
                  <a:extLst>
                    <a:ext uri="{9D8B030D-6E8A-4147-A177-3AD203B41FA5}">
                      <a16:colId xmlns:a16="http://schemas.microsoft.com/office/drawing/2014/main" val="2294065161"/>
                    </a:ext>
                  </a:extLst>
                </a:gridCol>
                <a:gridCol w="2810906">
                  <a:extLst>
                    <a:ext uri="{9D8B030D-6E8A-4147-A177-3AD203B41FA5}">
                      <a16:colId xmlns:a16="http://schemas.microsoft.com/office/drawing/2014/main" val="804698407"/>
                    </a:ext>
                  </a:extLst>
                </a:gridCol>
              </a:tblGrid>
              <a:tr h="654347">
                <a:tc>
                  <a:txBody>
                    <a:bodyPr/>
                    <a:lstStyle/>
                    <a:p>
                      <a:r>
                        <a:rPr lang="en-IN" sz="1200" dirty="0"/>
                        <a:t>Vendor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Multi-Currency BRE  supported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Multicurrency Payroll BPO Services supported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Major Countries of 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Major Customers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737664"/>
                  </a:ext>
                </a:extLst>
              </a:tr>
              <a:tr h="399465"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rgbClr val="00B050"/>
                          </a:solidFill>
                        </a:rPr>
                        <a:t>People Strong  (Current vendor) </a:t>
                      </a:r>
                      <a:r>
                        <a:rPr lang="en-IN" sz="1200" dirty="0">
                          <a:solidFill>
                            <a:srgbClr val="00B050"/>
                          </a:solidFill>
                        </a:rPr>
                        <a:t>#</a:t>
                      </a:r>
                      <a:endParaRPr lang="en-IN" sz="12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India, Singapore, Thailand, Philippines, Vietnam, Indonesia, Australia, New Zealand, and the Middle East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L&amp;T, </a:t>
                      </a:r>
                      <a:r>
                        <a:rPr lang="en-I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NSL Infratech PVT LTD, Maruti Suzuki India, CSB Bank Limited, Godrej &amp; Boyce Mfg. , UltraTech Cement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11667"/>
                  </a:ext>
                </a:extLst>
              </a:tr>
              <a:tr h="399465">
                <a:tc>
                  <a:txBody>
                    <a:bodyPr/>
                    <a:lstStyle/>
                    <a:p>
                      <a:r>
                        <a:rPr lang="en-IN" sz="1200" b="1" i="0" dirty="0">
                          <a:solidFill>
                            <a:srgbClr val="17191D"/>
                          </a:solidFill>
                          <a:effectLst/>
                          <a:latin typeface="manrope"/>
                        </a:rPr>
                        <a:t>ADP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Payroll, global HCM and outsourcing services in more than 140 countries and markets *</a:t>
                      </a:r>
                      <a:endParaRPr lang="en-IN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T-Mobile, Royal Bank of Canada , Canadian Natural resources, Phillip Morris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773771"/>
                  </a:ext>
                </a:extLst>
              </a:tr>
              <a:tr h="399465">
                <a:tc>
                  <a:txBody>
                    <a:bodyPr/>
                    <a:lstStyle/>
                    <a:p>
                      <a:r>
                        <a:rPr lang="en-I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Paychex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US and Europe Mainly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Bank of America, Wells Fargo Bank ,Allstate insurance , Huntington Bank etc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908236"/>
                  </a:ext>
                </a:extLst>
              </a:tr>
              <a:tr h="399465">
                <a:tc>
                  <a:txBody>
                    <a:bodyPr/>
                    <a:lstStyle/>
                    <a:p>
                      <a:r>
                        <a:rPr lang="en-I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Ceridian Dayforce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200***  countries and territories around the world. 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Kraft Heinz, Mizuho bank, Kellogs, Marks &amp; Spencer, Reckitt benckizer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671077"/>
                  </a:ext>
                </a:extLst>
              </a:tr>
              <a:tr h="3994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 Worx Expense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150 countries** around the world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Costco, Hertz, Mercedes-Benz, Sanofi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320815"/>
                  </a:ext>
                </a:extLst>
              </a:tr>
              <a:tr h="3994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150 countries**** around the world</a:t>
                      </a:r>
                    </a:p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Walmart, Amazon, CVS Health.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141362"/>
                  </a:ext>
                </a:extLst>
              </a:tr>
              <a:tr h="3994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Amex Expense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Not Available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Not available for Expense management solution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0616"/>
                  </a:ext>
                </a:extLst>
              </a:tr>
              <a:tr h="39946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Divvy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Mainly 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Foxtrot Aviation, Fanbyte,  Asian Women's Shelter, Open Supply Hub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488931"/>
                  </a:ext>
                </a:extLst>
              </a:tr>
            </a:tbl>
          </a:graphicData>
        </a:graphic>
      </p:graphicFrame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3B52272D-8279-B176-A4E8-D3452E69A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706" y="4279000"/>
            <a:ext cx="457200" cy="457200"/>
          </a:xfrm>
          <a:prstGeom prst="rect">
            <a:avLst/>
          </a:prstGeom>
        </p:spPr>
      </p:pic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E406800D-7D5E-AD74-6EB2-5BEEAA13A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7845" y="3213745"/>
            <a:ext cx="457200" cy="45720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C1796DAE-3156-DBA9-5EF0-E6B6C6F6C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2388" y="2653570"/>
            <a:ext cx="457200" cy="457200"/>
          </a:xfrm>
          <a:prstGeom prst="rect">
            <a:avLst/>
          </a:prstGeom>
        </p:spPr>
      </p:pic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195B544C-F806-222A-C631-09F878B69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9746" y="3821667"/>
            <a:ext cx="457200" cy="457200"/>
          </a:xfrm>
          <a:prstGeom prst="rect">
            <a:avLst/>
          </a:prstGeom>
        </p:spPr>
      </p:pic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C87B00BD-47BC-B280-9274-1325A1D70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0822" y="3236359"/>
            <a:ext cx="457200" cy="457200"/>
          </a:xfrm>
          <a:prstGeom prst="rect">
            <a:avLst/>
          </a:prstGeom>
        </p:spPr>
      </p:pic>
      <p:pic>
        <p:nvPicPr>
          <p:cNvPr id="22" name="Graphic 21" descr="Close with solid fill">
            <a:extLst>
              <a:ext uri="{FF2B5EF4-FFF2-40B4-BE49-F238E27FC236}">
                <a16:creationId xmlns:a16="http://schemas.microsoft.com/office/drawing/2014/main" id="{EB9300FB-40AC-0325-C852-86429061C8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7911" y="2708043"/>
            <a:ext cx="318252" cy="318252"/>
          </a:xfrm>
          <a:prstGeom prst="rect">
            <a:avLst/>
          </a:prstGeom>
        </p:spPr>
      </p:pic>
      <p:pic>
        <p:nvPicPr>
          <p:cNvPr id="23" name="Graphic 22" descr="Checkmark with solid fill">
            <a:extLst>
              <a:ext uri="{FF2B5EF4-FFF2-40B4-BE49-F238E27FC236}">
                <a16:creationId xmlns:a16="http://schemas.microsoft.com/office/drawing/2014/main" id="{963CFC21-67C7-424B-5C83-1305CF260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7911" y="4304185"/>
            <a:ext cx="457200" cy="457200"/>
          </a:xfrm>
          <a:prstGeom prst="rect">
            <a:avLst/>
          </a:prstGeom>
        </p:spPr>
      </p:pic>
      <p:pic>
        <p:nvPicPr>
          <p:cNvPr id="24" name="Graphic 23" descr="Close with solid fill">
            <a:extLst>
              <a:ext uri="{FF2B5EF4-FFF2-40B4-BE49-F238E27FC236}">
                <a16:creationId xmlns:a16="http://schemas.microsoft.com/office/drawing/2014/main" id="{A5FA285B-6C61-02B9-B198-6872C679FF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7911" y="3891141"/>
            <a:ext cx="318252" cy="318252"/>
          </a:xfrm>
          <a:prstGeom prst="rect">
            <a:avLst/>
          </a:prstGeom>
        </p:spPr>
      </p:pic>
      <p:pic>
        <p:nvPicPr>
          <p:cNvPr id="25" name="Graphic 24" descr="Checkmark with solid fill">
            <a:extLst>
              <a:ext uri="{FF2B5EF4-FFF2-40B4-BE49-F238E27FC236}">
                <a16:creationId xmlns:a16="http://schemas.microsoft.com/office/drawing/2014/main" id="{8B8B6F2C-4A4C-5999-B0CD-7EA249E08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035" y="4667681"/>
            <a:ext cx="457200" cy="457200"/>
          </a:xfrm>
          <a:prstGeom prst="rect">
            <a:avLst/>
          </a:prstGeom>
        </p:spPr>
      </p:pic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1CBFACC5-3CEA-E66B-83EB-EB4F912C03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220" y="4743980"/>
            <a:ext cx="318252" cy="318252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8DBA777F-23BA-F4A0-D744-AC9F6711C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6900" y="5066631"/>
            <a:ext cx="457200" cy="457200"/>
          </a:xfrm>
          <a:prstGeom prst="rect">
            <a:avLst/>
          </a:prstGeom>
        </p:spPr>
      </p:pic>
      <p:pic>
        <p:nvPicPr>
          <p:cNvPr id="28" name="Graphic 27" descr="Checkmark with solid fill">
            <a:extLst>
              <a:ext uri="{FF2B5EF4-FFF2-40B4-BE49-F238E27FC236}">
                <a16:creationId xmlns:a16="http://schemas.microsoft.com/office/drawing/2014/main" id="{CFF1CA60-3351-4ECE-2D15-0AA60D77E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7911" y="5495402"/>
            <a:ext cx="457200" cy="457200"/>
          </a:xfrm>
          <a:prstGeom prst="rect">
            <a:avLst/>
          </a:prstGeom>
        </p:spPr>
      </p:pic>
      <p:pic>
        <p:nvPicPr>
          <p:cNvPr id="29" name="Graphic 28" descr="Close with solid fill">
            <a:extLst>
              <a:ext uri="{FF2B5EF4-FFF2-40B4-BE49-F238E27FC236}">
                <a16:creationId xmlns:a16="http://schemas.microsoft.com/office/drawing/2014/main" id="{9029B0F5-4F81-58DD-ECEC-00A10B69C3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220" y="5169074"/>
            <a:ext cx="318252" cy="318252"/>
          </a:xfrm>
          <a:prstGeom prst="rect">
            <a:avLst/>
          </a:prstGeom>
        </p:spPr>
      </p:pic>
      <p:pic>
        <p:nvPicPr>
          <p:cNvPr id="30" name="Graphic 29" descr="Close with solid fill">
            <a:extLst>
              <a:ext uri="{FF2B5EF4-FFF2-40B4-BE49-F238E27FC236}">
                <a16:creationId xmlns:a16="http://schemas.microsoft.com/office/drawing/2014/main" id="{03F4B824-88A2-6757-B849-6BAD81B29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220" y="5628890"/>
            <a:ext cx="318252" cy="318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C37536-6601-6888-85B9-11F20C49C30A}"/>
              </a:ext>
            </a:extLst>
          </p:cNvPr>
          <p:cNvSpPr txBox="1"/>
          <p:nvPr/>
        </p:nvSpPr>
        <p:spPr>
          <a:xfrm>
            <a:off x="6307065" y="6139242"/>
            <a:ext cx="6309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- (</a:t>
            </a:r>
            <a:r>
              <a:rPr lang="en-IN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https://www.adp.com/worldwide-locations.aspx</a:t>
            </a:r>
            <a:r>
              <a:rPr lang="en-IN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IN" sz="600" dirty="0"/>
              <a:t>**-(</a:t>
            </a:r>
            <a:r>
              <a:rPr lang="en-IN" sz="600" dirty="0">
                <a:hlinkClick r:id="rId8"/>
              </a:rPr>
              <a:t>https://www.sdworx.com/en-en/about-sd-worx/press/2021-01-11-sd-worx-expands-global-payroll-coverage-150-countries-signing</a:t>
            </a:r>
            <a:r>
              <a:rPr lang="en-IN" sz="600" dirty="0"/>
              <a:t>)</a:t>
            </a:r>
          </a:p>
          <a:p>
            <a:r>
              <a:rPr lang="en-IN" sz="600" dirty="0"/>
              <a:t>***-https://www.dayforce.com/how-we-help/dayforce/pay-accurately-and-efficiently/global-payroll#:~:text=Dayforce%20is%20proud%20to%20offer,we've%20got%20you%20covered.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4E6D1-AE70-3991-7B29-48EAE1213BA0}"/>
              </a:ext>
            </a:extLst>
          </p:cNvPr>
          <p:cNvSpPr txBox="1"/>
          <p:nvPr/>
        </p:nvSpPr>
        <p:spPr>
          <a:xfrm>
            <a:off x="6307065" y="6553200"/>
            <a:ext cx="6097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**** - https://travel.economictimes.indiatimes.com/news/</a:t>
            </a:r>
            <a:r>
              <a:rPr lang="en-IN" sz="600" dirty="0"/>
              <a:t>tourism/corporate</a:t>
            </a:r>
            <a:r>
              <a:rPr lang="en-IN" sz="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/sap-concur-appoints-kumar-gaurav-gupta-as-vp-country-manager-to-lead-its-india-business/94802724</a:t>
            </a:r>
            <a:endParaRPr lang="en-IN" sz="600" dirty="0"/>
          </a:p>
        </p:txBody>
      </p:sp>
      <p:pic>
        <p:nvPicPr>
          <p:cNvPr id="18" name="Graphic 17" descr="Checkmark with solid fill">
            <a:extLst>
              <a:ext uri="{FF2B5EF4-FFF2-40B4-BE49-F238E27FC236}">
                <a16:creationId xmlns:a16="http://schemas.microsoft.com/office/drawing/2014/main" id="{036DFC10-3E60-B0B5-B5D3-DB8B6F69E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3962" y="1914522"/>
            <a:ext cx="457200" cy="457200"/>
          </a:xfrm>
          <a:prstGeom prst="rect">
            <a:avLst/>
          </a:prstGeom>
        </p:spPr>
      </p:pic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E94BFDD5-6187-4CEA-C2A9-E6FDD4157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4148" y="1902818"/>
            <a:ext cx="457200" cy="457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D100998-ECC3-0B55-EEC7-C2894BF06148}"/>
              </a:ext>
            </a:extLst>
          </p:cNvPr>
          <p:cNvSpPr txBox="1"/>
          <p:nvPr/>
        </p:nvSpPr>
        <p:spPr>
          <a:xfrm>
            <a:off x="820698" y="6106757"/>
            <a:ext cx="50642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00B050"/>
                </a:solidFill>
              </a:rPr>
              <a:t># - Currently not implemented in Air India but vendor can support multicurrency. Vendor can support our current model of salary payout – which is through OEMs. 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279869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BFE3AF-E235-D6C5-063C-5E4C166C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F7511C-92DD-4101-77F8-B7432871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19" y="73967"/>
            <a:ext cx="10977880" cy="914400"/>
          </a:xfrm>
        </p:spPr>
        <p:txBody>
          <a:bodyPr/>
          <a:lstStyle/>
          <a:p>
            <a:r>
              <a:rPr lang="en-IN" b="0" dirty="0"/>
              <a:t>Solution options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188E32-4508-D502-E620-D7D3B15C9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203679"/>
              </p:ext>
            </p:extLst>
          </p:nvPr>
        </p:nvGraphicFramePr>
        <p:xfrm>
          <a:off x="1146934" y="3005162"/>
          <a:ext cx="3921397" cy="128098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12433">
                  <a:extLst>
                    <a:ext uri="{9D8B030D-6E8A-4147-A177-3AD203B41FA5}">
                      <a16:colId xmlns:a16="http://schemas.microsoft.com/office/drawing/2014/main" val="226725490"/>
                    </a:ext>
                  </a:extLst>
                </a:gridCol>
                <a:gridCol w="1117323">
                  <a:extLst>
                    <a:ext uri="{9D8B030D-6E8A-4147-A177-3AD203B41FA5}">
                      <a16:colId xmlns:a16="http://schemas.microsoft.com/office/drawing/2014/main" val="2051849450"/>
                    </a:ext>
                  </a:extLst>
                </a:gridCol>
                <a:gridCol w="1691641">
                  <a:extLst>
                    <a:ext uri="{9D8B030D-6E8A-4147-A177-3AD203B41FA5}">
                      <a16:colId xmlns:a16="http://schemas.microsoft.com/office/drawing/2014/main" val="604731795"/>
                    </a:ext>
                  </a:extLst>
                </a:gridCol>
              </a:tblGrid>
              <a:tr h="427544">
                <a:tc>
                  <a:txBody>
                    <a:bodyPr/>
                    <a:lstStyle/>
                    <a:p>
                      <a:r>
                        <a:rPr lang="en-IN" sz="1100" dirty="0"/>
                        <a:t>Geography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Multi-Currency BRE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Payroll BPO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737664"/>
                  </a:ext>
                </a:extLst>
              </a:tr>
              <a:tr h="353870">
                <a:tc>
                  <a:txBody>
                    <a:bodyPr/>
                    <a:lstStyle/>
                    <a:p>
                      <a:r>
                        <a:rPr lang="en-IN" sz="1100" b="1" dirty="0"/>
                        <a:t>India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People Strong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People 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11667"/>
                  </a:ext>
                </a:extLst>
              </a:tr>
              <a:tr h="396518">
                <a:tc>
                  <a:txBody>
                    <a:bodyPr/>
                    <a:lstStyle/>
                    <a:p>
                      <a:r>
                        <a:rPr lang="en-IN" sz="1100" b="1" dirty="0"/>
                        <a:t>Overseas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Concur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/>
                        <a:t>ADP/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Paychex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/>
                        <a:t>/</a:t>
                      </a:r>
                      <a:r>
                        <a:rPr lang="en-IN" sz="1100" b="0" dirty="0" err="1"/>
                        <a:t>SDWorx</a:t>
                      </a:r>
                      <a:endParaRPr lang="en-IN" sz="11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9082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01E9656-18E3-6E08-CFB0-0BDC8538D055}"/>
              </a:ext>
            </a:extLst>
          </p:cNvPr>
          <p:cNvSpPr txBox="1"/>
          <p:nvPr/>
        </p:nvSpPr>
        <p:spPr>
          <a:xfrm>
            <a:off x="1062698" y="2566317"/>
            <a:ext cx="3951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Option 3: Continue with People Strong for India and </a:t>
            </a:r>
          </a:p>
          <a:p>
            <a:r>
              <a:rPr lang="en-IN" sz="1200" b="1" dirty="0"/>
              <a:t>introduce best of the breed systems for Overseas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C3667A-23F2-4AAA-532E-81C3C5D04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784521"/>
              </p:ext>
            </p:extLst>
          </p:nvPr>
        </p:nvGraphicFramePr>
        <p:xfrm>
          <a:off x="1206143" y="1178503"/>
          <a:ext cx="3862188" cy="1188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95637">
                  <a:extLst>
                    <a:ext uri="{9D8B030D-6E8A-4147-A177-3AD203B41FA5}">
                      <a16:colId xmlns:a16="http://schemas.microsoft.com/office/drawing/2014/main" val="226725490"/>
                    </a:ext>
                  </a:extLst>
                </a:gridCol>
                <a:gridCol w="1049595">
                  <a:extLst>
                    <a:ext uri="{9D8B030D-6E8A-4147-A177-3AD203B41FA5}">
                      <a16:colId xmlns:a16="http://schemas.microsoft.com/office/drawing/2014/main" val="2051849450"/>
                    </a:ext>
                  </a:extLst>
                </a:gridCol>
                <a:gridCol w="1716956">
                  <a:extLst>
                    <a:ext uri="{9D8B030D-6E8A-4147-A177-3AD203B41FA5}">
                      <a16:colId xmlns:a16="http://schemas.microsoft.com/office/drawing/2014/main" val="604731795"/>
                    </a:ext>
                  </a:extLst>
                </a:gridCol>
              </a:tblGrid>
              <a:tr h="372654">
                <a:tc>
                  <a:txBody>
                    <a:bodyPr/>
                    <a:lstStyle/>
                    <a:p>
                      <a:r>
                        <a:rPr lang="en-IN" sz="1000" dirty="0"/>
                        <a:t>Geography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Multi-Currency BRE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Payroll BPO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737664"/>
                  </a:ext>
                </a:extLst>
              </a:tr>
              <a:tr h="318185">
                <a:tc>
                  <a:txBody>
                    <a:bodyPr/>
                    <a:lstStyle/>
                    <a:p>
                      <a:r>
                        <a:rPr lang="en-IN" sz="1000" b="1" dirty="0"/>
                        <a:t>India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People Strong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People 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11667"/>
                  </a:ext>
                </a:extLst>
              </a:tr>
              <a:tr h="318185">
                <a:tc>
                  <a:txBody>
                    <a:bodyPr/>
                    <a:lstStyle/>
                    <a:p>
                      <a:r>
                        <a:rPr lang="en-IN" sz="1000" b="1" dirty="0"/>
                        <a:t>Overseas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AS-IS Manual processing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dirty="0"/>
                        <a:t>ASI IS Manual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9082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FC47680-301A-C370-42B6-F5C8DD715559}"/>
              </a:ext>
            </a:extLst>
          </p:cNvPr>
          <p:cNvSpPr txBox="1"/>
          <p:nvPr/>
        </p:nvSpPr>
        <p:spPr>
          <a:xfrm>
            <a:off x="1194333" y="837790"/>
            <a:ext cx="2882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Option 1 </a:t>
            </a:r>
            <a:r>
              <a:rPr lang="en-IN" sz="1200" dirty="0"/>
              <a:t>: </a:t>
            </a:r>
            <a:r>
              <a:rPr lang="en-IN" sz="1200" b="1" dirty="0"/>
              <a:t>Stay with the current setup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71F71B-EDF0-5A51-419C-06BEA3DE8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834094"/>
              </p:ext>
            </p:extLst>
          </p:nvPr>
        </p:nvGraphicFramePr>
        <p:xfrm>
          <a:off x="6409769" y="3027982"/>
          <a:ext cx="3815652" cy="12344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2435">
                  <a:extLst>
                    <a:ext uri="{9D8B030D-6E8A-4147-A177-3AD203B41FA5}">
                      <a16:colId xmlns:a16="http://schemas.microsoft.com/office/drawing/2014/main" val="226725490"/>
                    </a:ext>
                  </a:extLst>
                </a:gridCol>
                <a:gridCol w="1160261">
                  <a:extLst>
                    <a:ext uri="{9D8B030D-6E8A-4147-A177-3AD203B41FA5}">
                      <a16:colId xmlns:a16="http://schemas.microsoft.com/office/drawing/2014/main" val="2051849450"/>
                    </a:ext>
                  </a:extLst>
                </a:gridCol>
                <a:gridCol w="1572956">
                  <a:extLst>
                    <a:ext uri="{9D8B030D-6E8A-4147-A177-3AD203B41FA5}">
                      <a16:colId xmlns:a16="http://schemas.microsoft.com/office/drawing/2014/main" val="604731795"/>
                    </a:ext>
                  </a:extLst>
                </a:gridCol>
              </a:tblGrid>
              <a:tr h="390491">
                <a:tc>
                  <a:txBody>
                    <a:bodyPr/>
                    <a:lstStyle/>
                    <a:p>
                      <a:r>
                        <a:rPr lang="en-IN" sz="1050" dirty="0"/>
                        <a:t>Geography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Multi-Currency BRE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Multicurrency Payroll BPO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737664"/>
                  </a:ext>
                </a:extLst>
              </a:tr>
              <a:tr h="408822">
                <a:tc>
                  <a:txBody>
                    <a:bodyPr/>
                    <a:lstStyle/>
                    <a:p>
                      <a:r>
                        <a:rPr lang="en-IN" sz="1050" b="1" dirty="0"/>
                        <a:t>India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People Strong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People 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11667"/>
                  </a:ext>
                </a:extLst>
              </a:tr>
              <a:tr h="408822">
                <a:tc>
                  <a:txBody>
                    <a:bodyPr/>
                    <a:lstStyle/>
                    <a:p>
                      <a:r>
                        <a:rPr lang="en-IN" sz="1050" b="1" dirty="0"/>
                        <a:t>Overseas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Paychex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dirty="0"/>
                        <a:t>/</a:t>
                      </a:r>
                      <a:r>
                        <a:rPr lang="en-IN" sz="1050" b="0" dirty="0" err="1"/>
                        <a:t>SDWorx</a:t>
                      </a:r>
                      <a:r>
                        <a:rPr lang="en-IN" sz="1050" dirty="0"/>
                        <a:t>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Paychex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dirty="0"/>
                        <a:t>/</a:t>
                      </a:r>
                      <a:r>
                        <a:rPr lang="en-IN" sz="1050" b="0" dirty="0" err="1"/>
                        <a:t>SDWorx</a:t>
                      </a:r>
                      <a:endParaRPr lang="en-IN" sz="105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90823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427C93-5F45-0555-6E40-7FDD42190649}"/>
              </a:ext>
            </a:extLst>
          </p:cNvPr>
          <p:cNvSpPr txBox="1"/>
          <p:nvPr/>
        </p:nvSpPr>
        <p:spPr>
          <a:xfrm>
            <a:off x="6324137" y="2564635"/>
            <a:ext cx="369203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/>
              <a:t>Option 4: Continue with People Strong for India and </a:t>
            </a:r>
          </a:p>
          <a:p>
            <a:r>
              <a:rPr lang="en-IN" sz="1100" b="1" dirty="0"/>
              <a:t>have a single alternative  digital solution for overseas</a:t>
            </a:r>
          </a:p>
          <a:p>
            <a:endParaRPr lang="en-IN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8DB557-BABB-9CFD-52FE-42F5F9932986}"/>
              </a:ext>
            </a:extLst>
          </p:cNvPr>
          <p:cNvSpPr txBox="1"/>
          <p:nvPr/>
        </p:nvSpPr>
        <p:spPr>
          <a:xfrm>
            <a:off x="1062699" y="4523886"/>
            <a:ext cx="38090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Option 5</a:t>
            </a:r>
            <a:r>
              <a:rPr lang="en-IN" sz="1100" dirty="0"/>
              <a:t>: </a:t>
            </a:r>
            <a:r>
              <a:rPr lang="en-IN" sz="1100" b="1" dirty="0"/>
              <a:t>Go for the best of the breed systems for BRE and Payroll in all Geographies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81BB245-A077-7657-3257-A54DFB01D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05776"/>
              </p:ext>
            </p:extLst>
          </p:nvPr>
        </p:nvGraphicFramePr>
        <p:xfrm>
          <a:off x="1146935" y="4945978"/>
          <a:ext cx="3921396" cy="12438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4890">
                  <a:extLst>
                    <a:ext uri="{9D8B030D-6E8A-4147-A177-3AD203B41FA5}">
                      <a16:colId xmlns:a16="http://schemas.microsoft.com/office/drawing/2014/main" val="226725490"/>
                    </a:ext>
                  </a:extLst>
                </a:gridCol>
                <a:gridCol w="1093228">
                  <a:extLst>
                    <a:ext uri="{9D8B030D-6E8A-4147-A177-3AD203B41FA5}">
                      <a16:colId xmlns:a16="http://schemas.microsoft.com/office/drawing/2014/main" val="2051849450"/>
                    </a:ext>
                  </a:extLst>
                </a:gridCol>
                <a:gridCol w="1743278">
                  <a:extLst>
                    <a:ext uri="{9D8B030D-6E8A-4147-A177-3AD203B41FA5}">
                      <a16:colId xmlns:a16="http://schemas.microsoft.com/office/drawing/2014/main" val="604731795"/>
                    </a:ext>
                  </a:extLst>
                </a:gridCol>
              </a:tblGrid>
              <a:tr h="375793">
                <a:tc>
                  <a:txBody>
                    <a:bodyPr/>
                    <a:lstStyle/>
                    <a:p>
                      <a:r>
                        <a:rPr lang="en-IN" sz="1050" dirty="0"/>
                        <a:t>Geography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Multi-Currency BRE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Multicurrency Payroll BPO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737664"/>
                  </a:ext>
                </a:extLst>
              </a:tr>
              <a:tr h="416171">
                <a:tc>
                  <a:txBody>
                    <a:bodyPr/>
                    <a:lstStyle/>
                    <a:p>
                      <a:r>
                        <a:rPr lang="en-IN" sz="1050" b="1" dirty="0"/>
                        <a:t>India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Concur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dirty="0"/>
                        <a:t>People 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11667"/>
                  </a:ext>
                </a:extLst>
              </a:tr>
              <a:tr h="416171">
                <a:tc>
                  <a:txBody>
                    <a:bodyPr/>
                    <a:lstStyle/>
                    <a:p>
                      <a:r>
                        <a:rPr lang="en-IN" sz="1050" b="1" dirty="0"/>
                        <a:t>Overseas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/>
                        <a:t>Concur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Paychex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0" dirty="0"/>
                        <a:t>/</a:t>
                      </a:r>
                      <a:r>
                        <a:rPr lang="en-IN" sz="1050" b="0" dirty="0" err="1"/>
                        <a:t>SDWorx</a:t>
                      </a:r>
                      <a:endParaRPr lang="en-IN" sz="105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90823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67B904-BAB4-77B6-C211-65A8767A4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667358"/>
              </p:ext>
            </p:extLst>
          </p:nvPr>
        </p:nvGraphicFramePr>
        <p:xfrm>
          <a:off x="6409769" y="1181294"/>
          <a:ext cx="3921397" cy="12801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12433">
                  <a:extLst>
                    <a:ext uri="{9D8B030D-6E8A-4147-A177-3AD203B41FA5}">
                      <a16:colId xmlns:a16="http://schemas.microsoft.com/office/drawing/2014/main" val="226725490"/>
                    </a:ext>
                  </a:extLst>
                </a:gridCol>
                <a:gridCol w="1117323">
                  <a:extLst>
                    <a:ext uri="{9D8B030D-6E8A-4147-A177-3AD203B41FA5}">
                      <a16:colId xmlns:a16="http://schemas.microsoft.com/office/drawing/2014/main" val="2051849450"/>
                    </a:ext>
                  </a:extLst>
                </a:gridCol>
                <a:gridCol w="1691641">
                  <a:extLst>
                    <a:ext uri="{9D8B030D-6E8A-4147-A177-3AD203B41FA5}">
                      <a16:colId xmlns:a16="http://schemas.microsoft.com/office/drawing/2014/main" val="604731795"/>
                    </a:ext>
                  </a:extLst>
                </a:gridCol>
              </a:tblGrid>
              <a:tr h="423922">
                <a:tc>
                  <a:txBody>
                    <a:bodyPr/>
                    <a:lstStyle/>
                    <a:p>
                      <a:r>
                        <a:rPr lang="en-IN" sz="1100" dirty="0"/>
                        <a:t>Geography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Multi-Currency BRE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Payroll BPO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737664"/>
                  </a:ext>
                </a:extLst>
              </a:tr>
              <a:tr h="350872">
                <a:tc>
                  <a:txBody>
                    <a:bodyPr/>
                    <a:lstStyle/>
                    <a:p>
                      <a:r>
                        <a:rPr lang="en-IN" sz="1100" b="1" dirty="0"/>
                        <a:t>India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People Strong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People 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11667"/>
                  </a:ext>
                </a:extLst>
              </a:tr>
              <a:tr h="374811">
                <a:tc>
                  <a:txBody>
                    <a:bodyPr/>
                    <a:lstStyle/>
                    <a:p>
                      <a:r>
                        <a:rPr lang="en-IN" sz="1100" b="1" dirty="0"/>
                        <a:t>Overseas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People Strong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People Strong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79082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46581F-6E53-A503-D777-DFB64D7E2C1B}"/>
              </a:ext>
            </a:extLst>
          </p:cNvPr>
          <p:cNvSpPr txBox="1"/>
          <p:nvPr/>
        </p:nvSpPr>
        <p:spPr>
          <a:xfrm>
            <a:off x="6324137" y="716838"/>
            <a:ext cx="3951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Option 2: Continue with People Strong for India and </a:t>
            </a:r>
          </a:p>
          <a:p>
            <a:r>
              <a:rPr lang="en-IN" sz="1200" b="1" dirty="0"/>
              <a:t>Extend people strong  for overseas </a:t>
            </a:r>
          </a:p>
        </p:txBody>
      </p:sp>
    </p:spTree>
    <p:extLst>
      <p:ext uri="{BB962C8B-B14F-4D97-AF65-F5344CB8AC3E}">
        <p14:creationId xmlns:p14="http://schemas.microsoft.com/office/powerpoint/2010/main" val="165092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2C8A9E-879F-D2BA-BBFA-43E31E41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28536-6413-F072-9A7E-7153B7F33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63" y="286693"/>
            <a:ext cx="10977880" cy="914400"/>
          </a:xfrm>
        </p:spPr>
        <p:txBody>
          <a:bodyPr/>
          <a:lstStyle/>
          <a:p>
            <a:r>
              <a:rPr lang="en-IN" dirty="0"/>
              <a:t>Pro Con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DCEF24-28B7-F10B-AD92-8FAAD24FB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89533"/>
              </p:ext>
            </p:extLst>
          </p:nvPr>
        </p:nvGraphicFramePr>
        <p:xfrm>
          <a:off x="425513" y="1299841"/>
          <a:ext cx="11479794" cy="4851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40729">
                  <a:extLst>
                    <a:ext uri="{9D8B030D-6E8A-4147-A177-3AD203B41FA5}">
                      <a16:colId xmlns:a16="http://schemas.microsoft.com/office/drawing/2014/main" val="504068050"/>
                    </a:ext>
                  </a:extLst>
                </a:gridCol>
                <a:gridCol w="3702867">
                  <a:extLst>
                    <a:ext uri="{9D8B030D-6E8A-4147-A177-3AD203B41FA5}">
                      <a16:colId xmlns:a16="http://schemas.microsoft.com/office/drawing/2014/main" val="3879161618"/>
                    </a:ext>
                  </a:extLst>
                </a:gridCol>
                <a:gridCol w="4436198">
                  <a:extLst>
                    <a:ext uri="{9D8B030D-6E8A-4147-A177-3AD203B41FA5}">
                      <a16:colId xmlns:a16="http://schemas.microsoft.com/office/drawing/2014/main" val="1165869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Option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921700"/>
                  </a:ext>
                </a:extLst>
              </a:tr>
              <a:tr h="738294">
                <a:tc>
                  <a:txBody>
                    <a:bodyPr/>
                    <a:lstStyle/>
                    <a:p>
                      <a:r>
                        <a:rPr lang="en-IN" sz="1200" b="1" dirty="0"/>
                        <a:t>Option 1: </a:t>
                      </a:r>
                      <a:r>
                        <a:rPr lang="en-IN" sz="1200" dirty="0"/>
                        <a:t>Stay AS IS (We continue to manually process the payroll &amp; expenses)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Team(s) stretched bandwidth can be optimized for high priority items (merger etc)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Overseas employees would need to continue with manual payroll/expenses which is a bit tedious.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Dedicated finance personal would continue to be needed for manual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4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00B050"/>
                          </a:solidFill>
                        </a:rPr>
                        <a:t>Option 2</a:t>
                      </a:r>
                      <a:r>
                        <a:rPr lang="en-IN" sz="1100" b="1" dirty="0"/>
                        <a:t>: </a:t>
                      </a:r>
                      <a:r>
                        <a:rPr lang="en-IN" sz="1100" b="0" dirty="0"/>
                        <a:t>Continue with People Strong for India and extend the use of PeopleStrong for overseas employees.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Least effort needed in extending the use as the software is already tested and integrated in Air India ecosystem.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Limited reporting / dashboarding in People-Strong for finance/HR  teams. Can be mitigated in future with custom MIS/Dashboards on </a:t>
                      </a:r>
                      <a:r>
                        <a:rPr lang="en-IN" sz="1100" dirty="0" err="1"/>
                        <a:t>MyAI</a:t>
                      </a:r>
                      <a:r>
                        <a:rPr lang="en-IN" sz="1100" dirty="0"/>
                        <a:t> platform.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525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b="1" dirty="0"/>
                        <a:t>Option 3: </a:t>
                      </a:r>
                      <a:r>
                        <a:rPr lang="en-IN" sz="1100" dirty="0"/>
                        <a:t>Continue with PeopleStrong for India and introduce the best of the breed systems for Overseas</a:t>
                      </a:r>
                    </a:p>
                    <a:p>
                      <a:endParaRPr lang="en-IN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No additional effort needed for payroll processing/expense management for India employees.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Limited reporting / dashboarding in People-Strong for finance/HR  teams. Can be mitigated in future with custom MIS/Dashboards on MyAI platform.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Multiple tooling and management may be an overhead esp. for a low % of overseas employees.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All geographies/currencies  may not be available (Need to check with vendors)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579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b="1" dirty="0"/>
                        <a:t>Option 4: </a:t>
                      </a:r>
                      <a:r>
                        <a:rPr lang="en-IN" sz="1100" dirty="0"/>
                        <a:t>Continue with PeopleStrong for India and have a single digital solution for overseas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dirty="0"/>
                        <a:t>No additional effort needed for payroll processing/expense management for India employees.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Limited reporting / dashboarding in People-Strong in finance team. Can be mitigated in future with custom MIS/Dashboards on MyAI platform.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dirty="0"/>
                        <a:t>All geographies/currencies  may not be available(Need to check with vendors)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72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100" b="1" dirty="0"/>
                        <a:t>Option 5: </a:t>
                      </a:r>
                      <a:r>
                        <a:rPr lang="en-IN" sz="1100" dirty="0"/>
                        <a:t>Go for the best of the breed systems for BRE and Payroll in all Geographies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Best experience to employees of India and overseas.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dirty="0"/>
                        <a:t>Changing from a stable payroll system (People-Strong) to a new system would require large effort for implementation and testing.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100" dirty="0"/>
                        <a:t>Multiple tooling and management may be an overhead esp. for a low % of overseas employees.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196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574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A38C99-F476-5A21-93AD-0CE8E8C7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1A254-7326-714E-AF55-4C213D6394D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7C2206-8CAD-6EC4-6642-C6BB1D87C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2C669-5CB7-D08B-1416-4EFF1A6710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9255" y="1219200"/>
            <a:ext cx="10974567" cy="4520204"/>
          </a:xfrm>
        </p:spPr>
        <p:txBody>
          <a:bodyPr/>
          <a:lstStyle/>
          <a:p>
            <a:r>
              <a:rPr lang="en-IN" dirty="0"/>
              <a:t>Our recommendation is to extend PeopleStrong for payroll processing and BRE for Air India overseas employees (deputed as well as locally hired). </a:t>
            </a:r>
          </a:p>
        </p:txBody>
      </p:sp>
    </p:spTree>
    <p:extLst>
      <p:ext uri="{BB962C8B-B14F-4D97-AF65-F5344CB8AC3E}">
        <p14:creationId xmlns:p14="http://schemas.microsoft.com/office/powerpoint/2010/main" val="408863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DEB628-C4F1-817F-C80F-3A0EA497B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6AA0E-0D6B-1BF0-B870-CC862B52AF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4750" y="6492875"/>
            <a:ext cx="857250" cy="365125"/>
          </a:xfrm>
          <a:prstGeom prst="rect">
            <a:avLst/>
          </a:prstGeom>
        </p:spPr>
        <p:txBody>
          <a:bodyPr/>
          <a:lstStyle/>
          <a:p>
            <a:fld id="{3A41A254-7326-714E-AF55-4C213D6394D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55005"/>
      </p:ext>
    </p:extLst>
  </p:cSld>
  <p:clrMapOvr>
    <a:masterClrMapping/>
  </p:clrMapOvr>
</p:sld>
</file>

<file path=ppt/theme/theme1.xml><?xml version="1.0" encoding="utf-8"?>
<a:theme xmlns:a="http://schemas.openxmlformats.org/drawingml/2006/main" name="Air India Master">
  <a:themeElements>
    <a:clrScheme name="Airn India">
      <a:dk1>
        <a:srgbClr val="000000"/>
      </a:dk1>
      <a:lt1>
        <a:srgbClr val="FFFFFF"/>
      </a:lt1>
      <a:dk2>
        <a:srgbClr val="44546A"/>
      </a:dk2>
      <a:lt2>
        <a:srgbClr val="F9F6EE"/>
      </a:lt2>
      <a:accent1>
        <a:srgbClr val="DA0E28"/>
      </a:accent1>
      <a:accent2>
        <a:srgbClr val="B61032"/>
      </a:accent2>
      <a:accent3>
        <a:srgbClr val="531251"/>
      </a:accent3>
      <a:accent4>
        <a:srgbClr val="F8C1B3"/>
      </a:accent4>
      <a:accent5>
        <a:srgbClr val="F9F6EE"/>
      </a:accent5>
      <a:accent6>
        <a:srgbClr val="FED9A0"/>
      </a:accent6>
      <a:hlink>
        <a:srgbClr val="9E7947"/>
      </a:hlink>
      <a:folHlink>
        <a:srgbClr val="954F72"/>
      </a:folHlink>
    </a:clrScheme>
    <a:fontScheme name="Nunito Air India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0808_Air India - Presentation Template OPT-1_V06.1" id="{835D2566-5E6C-2349-8CA5-03FC33C08E0A}" vid="{162A5BAB-29F1-3E40-B823-E28B40D34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C5B960FCE9F349A5CD275FF8F44E74" ma:contentTypeVersion="16" ma:contentTypeDescription="Create a new document." ma:contentTypeScope="" ma:versionID="1e112e2620c2a31e6ef46e2276496dac">
  <xsd:schema xmlns:xsd="http://www.w3.org/2001/XMLSchema" xmlns:xs="http://www.w3.org/2001/XMLSchema" xmlns:p="http://schemas.microsoft.com/office/2006/metadata/properties" xmlns:ns3="1226478a-9171-4633-8cea-cf48a065b200" xmlns:ns4="e45767f5-7896-4318-8d71-dddba4c61967" targetNamespace="http://schemas.microsoft.com/office/2006/metadata/properties" ma:root="true" ma:fieldsID="4710280c1d56335c746c48b846f658c3" ns3:_="" ns4:_="">
    <xsd:import namespace="1226478a-9171-4633-8cea-cf48a065b200"/>
    <xsd:import namespace="e45767f5-7896-4318-8d71-dddba4c6196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26478a-9171-4633-8cea-cf48a065b2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767f5-7896-4318-8d71-dddba4c6196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26478a-9171-4633-8cea-cf48a065b20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545559-F701-43EE-839C-036C628E5B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26478a-9171-4633-8cea-cf48a065b200"/>
    <ds:schemaRef ds:uri="e45767f5-7896-4318-8d71-dddba4c619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B00CF0-C20E-4349-9159-77BD4A9D0741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45767f5-7896-4318-8d71-dddba4c61967"/>
    <ds:schemaRef ds:uri="1226478a-9171-4633-8cea-cf48a065b200"/>
  </ds:schemaRefs>
</ds:datastoreItem>
</file>

<file path=customXml/itemProps3.xml><?xml version="1.0" encoding="utf-8"?>
<ds:datastoreItem xmlns:ds="http://schemas.openxmlformats.org/officeDocument/2006/customXml" ds:itemID="{14BB7E24-8229-4626-8A79-394C57CFC00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c627367-8bb7-4ccb-accc-dcf8fe2e1aa0}" enabled="1" method="Privileged" siteId="{41591cc6-574f-45d5-819b-9a4773330ae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Air India PPT Template_V1.1</Template>
  <TotalTime>8013</TotalTime>
  <Words>1630</Words>
  <Application>Microsoft Office PowerPoint</Application>
  <PresentationFormat>Widescreen</PresentationFormat>
  <Paragraphs>341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AirIndia</vt:lpstr>
      <vt:lpstr>Calibri</vt:lpstr>
      <vt:lpstr>manrope</vt:lpstr>
      <vt:lpstr>Concourse T3</vt:lpstr>
      <vt:lpstr>Nunito Sans</vt:lpstr>
      <vt:lpstr>Arial</vt:lpstr>
      <vt:lpstr>Air India Master</vt:lpstr>
      <vt:lpstr>Payroll &amp; BRE System Review</vt:lpstr>
      <vt:lpstr>Agenda</vt:lpstr>
      <vt:lpstr>Executive Summary </vt:lpstr>
      <vt:lpstr>BRE Solution comparison</vt:lpstr>
      <vt:lpstr>Comparison Summary</vt:lpstr>
      <vt:lpstr>Gaps &amp; Mitigations</vt:lpstr>
      <vt:lpstr>Multi-currency analysis &amp; comparison</vt:lpstr>
      <vt:lpstr>Employee head count summary -  by locations</vt:lpstr>
      <vt:lpstr>Employee head count summary -  by currency use</vt:lpstr>
      <vt:lpstr>Vendors for multicurrency payroll/BRE </vt:lpstr>
      <vt:lpstr>Solution options</vt:lpstr>
      <vt:lpstr>Pro Con Analysis</vt:lpstr>
      <vt:lpstr>Recommendation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Cargo Management System</dc:title>
  <dc:creator>Kamal Karan</dc:creator>
  <cp:lastModifiedBy>Vikram Sharma DnT</cp:lastModifiedBy>
  <cp:revision>27</cp:revision>
  <dcterms:created xsi:type="dcterms:W3CDTF">2023-09-27T10:20:28Z</dcterms:created>
  <dcterms:modified xsi:type="dcterms:W3CDTF">2024-05-01T11:28:12Z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0x010100C9C5B960FCE9F349A5CD275FF8F44E74</vt:lpwstr>
  </property>
  <property fmtid="{D5CDD505-2E9C-101B-9397-08002B2CF9AE}" pid="3" name="MediaServiceImageTags">
    <vt:lpwstr/>
  </property>
</Properties>
</file>