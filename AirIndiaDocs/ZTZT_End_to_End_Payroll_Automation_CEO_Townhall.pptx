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Domestic figures and current-state details: 184 payheads; 104 manual; 12 semi-automated; 68 automated; 57% manual; 25+ stakeholders; two draft validation loops; manual HDFC upload; approximately 18,000 monthly payslips. Source: uploaded ZTZT project presentation.
- Future-state details: source APIs, event-driven feeds, policy/anomaly validation, exception-led processing, automated bank file/SFTP and end-to-end audit trail. Source: uploaded ZTZT project presentation.
- Visual structure inspired by the uploaded ZTZT infographic.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International scope and current-state figures: 35 countries; 323 employees; 302 unique components; 611 country-level component instances; agency, H2H, local and GSA processing/payment models; manual email/Excel inputs; no single system of record. Source: uploaded ZTZT project presentation.
- Future-state details: SuccessFactors and structured inputs, EIP orchestration, vendor/GSA payroll processing, maker-checker controls, secure payment delivery, downstream finance/compliance and end-to-end audit trail. Source: uploaded ZTZT project presentation.
- Visual structure inspired by the uploaded ZTZT infographic.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468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C8102E"/>
                </a:solidFill>
              </a:rPr>
              <a:t>AIR INDIA  |  DIGITAL &amp; TECHNOLOGY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4688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80" dirty="0">
                <a:solidFill>
                  <a:srgbClr val="667085"/>
                </a:solidFill>
              </a:rPr>
              <a:t>ZTZT END TO END PAYROLL AUTOMATION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217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8102E"/>
                </a:solidFill>
              </a:rPr>
              <a:t>ZTZT END TO END PAYROLL AUTOMATION PROJECT  |  DOMESTIC PAYROLL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85039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D49"/>
                </a:solidFill>
              </a:rPr>
              <a:t>From 25+ stakeholder handoffs to one trusted, straight-through payroll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1307592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</a:rPr>
              <a:t>ZTZT redesigns how 184 payheads enter, get validated, processed and paid, removing routine Excel, email and portal dependencies.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EEF5FB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5216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1D49"/>
                </a:solidFill>
              </a:rPr>
              <a:t>184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TOTAL PAYHEADS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2542032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FF2F4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51760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57%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33472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CURRENTLY MANUAL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608576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18304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6A21"/>
                </a:solidFill>
              </a:rPr>
              <a:t>116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0016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NEED FULL UPLIFT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84848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F2C91"/>
                </a:solidFill>
              </a:rPr>
              <a:t>25+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INPUT STAKEHOLDERS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8741664" y="1737360"/>
            <a:ext cx="2944368" cy="621792"/>
          </a:xfrm>
          <a:prstGeom prst="roundRect">
            <a:avLst>
              <a:gd name="adj" fmla="val 7353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851392" y="17922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9733D"/>
                </a:solidFill>
              </a:rPr>
              <a:t>~24K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33104" y="2093976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PAYSLIPS EACH MONTH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75488" y="2578608"/>
            <a:ext cx="3675888" cy="2688336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F0B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" y="2578608"/>
            <a:ext cx="3675888" cy="374904"/>
          </a:xfrm>
          <a:prstGeom prst="roundRect">
            <a:avLst>
              <a:gd name="adj" fmla="val 1219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" y="2688336"/>
            <a:ext cx="3273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COMPLEXITY  |  PEOPLE-DEPENDENT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" y="317296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FFF2F4"/>
          </a:solidFill>
          <a:ln w="12700">
            <a:solidFill>
              <a:srgbClr val="FFF2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8952" y="3209544"/>
            <a:ext cx="923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102E"/>
                </a:solidFill>
              </a:rPr>
              <a:t>SOURCE INPUTS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10512" y="31363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B4D"/>
                </a:solidFill>
              </a:rPr>
              <a:t>CAE / CC Ops  •  HRBP  •  C&amp;B  •  Finance  •  HR Ops  •  external providers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94944" y="3685032"/>
            <a:ext cx="82296" cy="822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59536" y="362102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</a:rPr>
              <a:t>Excel and email used to collect and re-key inputs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" y="4050792"/>
            <a:ext cx="82296" cy="822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9536" y="39867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</a:rPr>
              <a:t>Two draft-register validation loops before final payroll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" y="4416552"/>
            <a:ext cx="82296" cy="822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59536" y="435254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</a:rPr>
              <a:t>Manual HDFC portal upload, with no direct SFTP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" y="4782312"/>
            <a:ext cx="82296" cy="822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9536" y="471830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</a:rPr>
              <a:t>FnF processed periodically, while events need faster action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" y="50383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C8102E"/>
                </a:solidFill>
              </a:rPr>
              <a:t>Risk today: late errors • limited lineage • key-person dependency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297680" y="3666744"/>
            <a:ext cx="347472" cy="438912"/>
          </a:xfrm>
          <a:prstGeom prst="chevron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91456" y="2578608"/>
            <a:ext cx="6894576" cy="2688336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B8D9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91456" y="2578608"/>
            <a:ext cx="6894576" cy="374904"/>
          </a:xfrm>
          <a:prstGeom prst="roundRect">
            <a:avLst>
              <a:gd name="adj" fmla="val 12195"/>
            </a:avLst>
          </a:prstGeom>
          <a:solidFill>
            <a:srgbClr val="19733D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10912" y="2688336"/>
            <a:ext cx="6455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ZTZT REVAMP  |  VERIFIED AT SOURCE, AUTOMATED BY DEFAULT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65776" y="3218688"/>
            <a:ext cx="1234440" cy="1207008"/>
          </a:xfrm>
          <a:prstGeom prst="roundRect">
            <a:avLst>
              <a:gd name="adj" fmla="val 3788"/>
            </a:avLst>
          </a:prstGeom>
          <a:solidFill>
            <a:srgbClr val="EEF5FB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175504" y="331012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AA"/>
                </a:solidFill>
              </a:rPr>
              <a:t>SOURCE SYSTEMS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75504" y="3584448"/>
            <a:ext cx="1014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SF • CAE • AMOS • attendance • benefits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91656" y="3584448"/>
            <a:ext cx="25603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748272" y="3218688"/>
            <a:ext cx="1234440" cy="1207008"/>
          </a:xfrm>
          <a:prstGeom prst="roundRect">
            <a:avLst>
              <a:gd name="adj" fmla="val 3788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58000" y="331012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2C91"/>
                </a:solidFill>
              </a:rPr>
              <a:t>INTEGRATE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3584448"/>
            <a:ext cx="1014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Secure APIs and event-driven feeds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74152" y="3584448"/>
            <a:ext cx="25603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430768" y="3218688"/>
            <a:ext cx="1234440" cy="1207008"/>
          </a:xfrm>
          <a:prstGeom prst="roundRect">
            <a:avLst>
              <a:gd name="adj" fmla="val 3788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540496" y="331012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6A21"/>
                </a:solidFill>
              </a:rPr>
              <a:t>VALIDATE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540496" y="3584448"/>
            <a:ext cx="1014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Policy rules, anomaly checks and hard stops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756648" y="3584448"/>
            <a:ext cx="25603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0113264" y="3218688"/>
            <a:ext cx="1280160" cy="1207008"/>
          </a:xfrm>
          <a:prstGeom prst="roundRect">
            <a:avLst>
              <a:gd name="adj" fmla="val 3788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0222992" y="331012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733D"/>
                </a:solidFill>
              </a:rPr>
              <a:t>PROCESS &amp; PAY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222992" y="3584448"/>
            <a:ext cx="10607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PeopleStrong, auto bank file and SFTP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57800" y="4690872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33D"/>
                </a:solidFill>
              </a:rPr>
              <a:t>Every change is attributable, timestamped and auditable. Humans review only risk-scored exceptions.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5488" y="529437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D49"/>
                </a:solidFill>
              </a:rPr>
              <a:t>THE SIX ZTZT PRINCIPLES BUILT INTO THE END-TO-END DESIGN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548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5FB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57784" y="5623560"/>
            <a:ext cx="246888" cy="24688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5778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86868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69AA"/>
                </a:solidFill>
              </a:rPr>
              <a:t>VERIFY EVERY INPUT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008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Trust is earned at source</a:t>
            </a:r>
            <a:endParaRPr lang="en-US" sz="730" dirty="0"/>
          </a:p>
        </p:txBody>
      </p:sp>
      <p:sp>
        <p:nvSpPr>
          <p:cNvPr id="61" name="Shape 59"/>
          <p:cNvSpPr/>
          <p:nvPr/>
        </p:nvSpPr>
        <p:spPr>
          <a:xfrm>
            <a:off x="239572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478024" y="5623560"/>
            <a:ext cx="246888" cy="246888"/>
          </a:xfrm>
          <a:prstGeom prst="ellipse">
            <a:avLst/>
          </a:prstGeom>
          <a:solidFill>
            <a:srgbClr val="19733D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47802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78892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9733D"/>
                </a:solidFill>
              </a:rPr>
              <a:t>AUTOMATE BY DEFAULT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56032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Humans handle exceptions</a:t>
            </a:r>
            <a:endParaRPr lang="en-US" sz="730" dirty="0"/>
          </a:p>
        </p:txBody>
      </p:sp>
      <p:sp>
        <p:nvSpPr>
          <p:cNvPr id="66" name="Shape 64"/>
          <p:cNvSpPr/>
          <p:nvPr/>
        </p:nvSpPr>
        <p:spPr>
          <a:xfrm>
            <a:off x="431596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398264" y="5623560"/>
            <a:ext cx="246888" cy="24688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39826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470916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F2C91"/>
                </a:solidFill>
              </a:rPr>
              <a:t>LEAST PRIVILEGE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48056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Minimum access by role</a:t>
            </a:r>
            <a:endParaRPr lang="en-US" sz="730" dirty="0"/>
          </a:p>
        </p:txBody>
      </p:sp>
      <p:sp>
        <p:nvSpPr>
          <p:cNvPr id="71" name="Shape 69"/>
          <p:cNvSpPr/>
          <p:nvPr/>
        </p:nvSpPr>
        <p:spPr>
          <a:xfrm>
            <a:off x="623620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318504" y="5623560"/>
            <a:ext cx="246888" cy="24688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31850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662940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6A21"/>
                </a:solidFill>
              </a:rPr>
              <a:t>CONTINUOUS CONTROL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0080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Detect and stop anomalies</a:t>
            </a:r>
            <a:endParaRPr lang="en-US" sz="730" dirty="0"/>
          </a:p>
        </p:txBody>
      </p:sp>
      <p:sp>
        <p:nvSpPr>
          <p:cNvPr id="76" name="Shape 74"/>
          <p:cNvSpPr/>
          <p:nvPr/>
        </p:nvSpPr>
        <p:spPr>
          <a:xfrm>
            <a:off x="815644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FF2F4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8238744" y="5623560"/>
            <a:ext cx="246888" cy="2468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823874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854964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102E"/>
                </a:solidFill>
              </a:rPr>
              <a:t>ELIMINATE FIRST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32104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Remove, do not digitise waste</a:t>
            </a:r>
            <a:endParaRPr lang="en-US" sz="730" dirty="0"/>
          </a:p>
        </p:txBody>
      </p:sp>
      <p:sp>
        <p:nvSpPr>
          <p:cNvPr id="81" name="Shape 79"/>
          <p:cNvSpPr/>
          <p:nvPr/>
        </p:nvSpPr>
        <p:spPr>
          <a:xfrm>
            <a:off x="1007668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5FB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158984" y="5623560"/>
            <a:ext cx="246888" cy="246888"/>
          </a:xfrm>
          <a:prstGeom prst="ellipse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1015898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84" name="Text 82"/>
          <p:cNvSpPr/>
          <p:nvPr/>
        </p:nvSpPr>
        <p:spPr>
          <a:xfrm>
            <a:off x="1046988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D49"/>
                </a:solidFill>
              </a:rPr>
              <a:t>DELIVER PROGRESSIVELY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24128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Highest-risk processes first</a:t>
            </a:r>
            <a:endParaRPr lang="en-US" sz="730" dirty="0"/>
          </a:p>
        </p:txBody>
      </p:sp>
      <p:sp>
        <p:nvSpPr>
          <p:cNvPr id="8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217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8102E"/>
                </a:solidFill>
              </a:rPr>
              <a:t>ZTZT END TO END PAYROLL AUTOMATION PROJECT  |  INTERNATIONAL PAYROLL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75488" y="850392"/>
            <a:ext cx="11247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71D49"/>
                </a:solidFill>
              </a:rPr>
              <a:t>From country-by-country fragmentation to one globally controlled payroll backbone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" y="1307592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</a:rPr>
              <a:t>ZTZT standardises inputs and controls across 35 countries while retaining the local payroll, banking and statutory models each market requires.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EEF5FB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85216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1D49"/>
                </a:solidFill>
              </a:rPr>
              <a:t>35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COUNTRIES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2542032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FF2F4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51760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323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33472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EMPLOYEES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608576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18304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6A21"/>
                </a:solidFill>
              </a:rPr>
              <a:t>302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0016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UNIQUE COMPONENTS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6675120" y="1737360"/>
            <a:ext cx="1938528" cy="621792"/>
          </a:xfrm>
          <a:prstGeom prst="roundRect">
            <a:avLst>
              <a:gd name="adj" fmla="val 7353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784848" y="17922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F2C91"/>
                </a:solidFill>
              </a:rPr>
              <a:t>611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2093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COUNTRY INSTANCES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8741664" y="1737360"/>
            <a:ext cx="2944368" cy="621792"/>
          </a:xfrm>
          <a:prstGeom prst="roundRect">
            <a:avLst>
              <a:gd name="adj" fmla="val 7353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851392" y="179222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9733D"/>
                </a:solidFill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33104" y="2093976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0" b="1" dirty="0">
                <a:solidFill>
                  <a:srgbClr val="172B4D"/>
                </a:solidFill>
              </a:rPr>
              <a:t>PAYMENT MODES TODAY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475488" y="2578608"/>
            <a:ext cx="4023360" cy="2688336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F0B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" y="2578608"/>
            <a:ext cx="4023360" cy="374904"/>
          </a:xfrm>
          <a:prstGeom prst="roundRect">
            <a:avLst>
              <a:gd name="adj" fmla="val 12195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" y="2688336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COMPLEXITY  |  FRAGMENTED BY MARKET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" y="3127248"/>
            <a:ext cx="402336" cy="274320"/>
          </a:xfrm>
          <a:prstGeom prst="roundRect">
            <a:avLst>
              <a:gd name="adj" fmla="val 26667"/>
            </a:avLst>
          </a:prstGeom>
          <a:solidFill>
            <a:srgbClr val="FFF2F4"/>
          </a:solidFill>
          <a:ln w="12700">
            <a:solidFill>
              <a:srgbClr val="FFF2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58952" y="31638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102E"/>
                </a:solidFill>
              </a:rPr>
              <a:t>01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312724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72B4D"/>
                </a:solidFill>
              </a:rPr>
              <a:t>ADP / agencies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2267712" y="3127248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</a:rPr>
              <a:t>16 countries • portal uploads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94944" y="3575304"/>
            <a:ext cx="402336" cy="274320"/>
          </a:xfrm>
          <a:prstGeom prst="roundRect">
            <a:avLst>
              <a:gd name="adj" fmla="val 26667"/>
            </a:avLst>
          </a:prstGeom>
          <a:solidFill>
            <a:srgbClr val="FFF2F4"/>
          </a:solidFill>
          <a:ln w="12700">
            <a:solidFill>
              <a:srgbClr val="FFF2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58952" y="36118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102E"/>
                </a:solidFill>
              </a:rPr>
              <a:t>02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88720" y="357530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72B4D"/>
                </a:solidFill>
              </a:rPr>
              <a:t>Finance H2H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2267712" y="357530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</a:rPr>
              <a:t>17 countries • manual ends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94944" y="4023360"/>
            <a:ext cx="402336" cy="274320"/>
          </a:xfrm>
          <a:prstGeom prst="roundRect">
            <a:avLst>
              <a:gd name="adj" fmla="val 26667"/>
            </a:avLst>
          </a:prstGeom>
          <a:solidFill>
            <a:srgbClr val="FFF2F4"/>
          </a:solidFill>
          <a:ln w="12700">
            <a:solidFill>
              <a:srgbClr val="FFF2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8952" y="40599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102E"/>
                </a:solidFill>
              </a:rPr>
              <a:t>03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88720" y="402336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72B4D"/>
                </a:solidFill>
              </a:rPr>
              <a:t>Local payroll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2267712" y="4023360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</a:rPr>
              <a:t>Excel and local bank initiation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694944" y="4471416"/>
            <a:ext cx="402336" cy="274320"/>
          </a:xfrm>
          <a:prstGeom prst="roundRect">
            <a:avLst>
              <a:gd name="adj" fmla="val 26667"/>
            </a:avLst>
          </a:prstGeom>
          <a:solidFill>
            <a:srgbClr val="FFF2F4"/>
          </a:solidFill>
          <a:ln w="12700">
            <a:solidFill>
              <a:srgbClr val="FFF2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58952" y="45079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102E"/>
                </a:solidFill>
              </a:rPr>
              <a:t>04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88720" y="447141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72B4D"/>
                </a:solidFill>
              </a:rPr>
              <a:t>GSA partners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2267712" y="447141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</a:rPr>
              <a:t>Limited register and payment visibility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94944" y="493776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C8102E"/>
                </a:solidFill>
              </a:rPr>
              <a:t>Every month: HR collates country inputs through email / Excel, with no single system of record.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626864" y="3666744"/>
            <a:ext cx="347472" cy="438912"/>
          </a:xfrm>
          <a:prstGeom prst="chevron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120640" y="2578608"/>
            <a:ext cx="6565392" cy="2688336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B8D9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120640" y="2578608"/>
            <a:ext cx="6565392" cy="374904"/>
          </a:xfrm>
          <a:prstGeom prst="roundRect">
            <a:avLst>
              <a:gd name="adj" fmla="val 12195"/>
            </a:avLst>
          </a:prstGeom>
          <a:solidFill>
            <a:srgbClr val="19733D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340096" y="2688336"/>
            <a:ext cx="6126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ZTZT REVAMP  |  ONE CONTROL PLANE, LOCAL EXECUTION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58384" y="3172968"/>
            <a:ext cx="1005840" cy="1280160"/>
          </a:xfrm>
          <a:prstGeom prst="roundRect">
            <a:avLst>
              <a:gd name="adj" fmla="val 4545"/>
            </a:avLst>
          </a:prstGeom>
          <a:solidFill>
            <a:srgbClr val="EEF5FB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68112" y="32644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AA"/>
                </a:solidFill>
              </a:rPr>
              <a:t>CAPTURE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68112" y="3538728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SF + structured local inputs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28232" y="3593592"/>
            <a:ext cx="16459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656832" y="3172968"/>
            <a:ext cx="1005840" cy="1280160"/>
          </a:xfrm>
          <a:prstGeom prst="roundRect">
            <a:avLst>
              <a:gd name="adj" fmla="val 4545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748272" y="3264408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F2C91"/>
                </a:solidFill>
              </a:rPr>
              <a:t>ORCHESTRATE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66560" y="3538728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EIP mapping, routing and logs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26680" y="3593592"/>
            <a:ext cx="16459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955280" y="3172968"/>
            <a:ext cx="1005840" cy="1280160"/>
          </a:xfrm>
          <a:prstGeom prst="roundRect">
            <a:avLst>
              <a:gd name="adj" fmla="val 4545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065008" y="32644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6A21"/>
                </a:solidFill>
              </a:rPr>
              <a:t>COMPUTE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65008" y="3538728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ADP, vendor or GSA payroll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025128" y="3593592"/>
            <a:ext cx="16459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9253728" y="3172968"/>
            <a:ext cx="1005840" cy="1280160"/>
          </a:xfrm>
          <a:prstGeom prst="roundRect">
            <a:avLst>
              <a:gd name="adj" fmla="val 4545"/>
            </a:avLst>
          </a:prstGeom>
          <a:solidFill>
            <a:srgbClr val="FFF2F4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9363456" y="32644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102E"/>
                </a:solidFill>
              </a:rPr>
              <a:t>CONTROL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363456" y="3538728"/>
            <a:ext cx="786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Maker-checker and exceptions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0323576" y="3593592"/>
            <a:ext cx="164592" cy="43891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10552176" y="3172968"/>
            <a:ext cx="877824" cy="1280160"/>
          </a:xfrm>
          <a:prstGeom prst="roundRect">
            <a:avLst>
              <a:gd name="adj" fmla="val 5208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0661904" y="32644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733D"/>
                </a:solidFill>
              </a:rPr>
              <a:t>PAY &amp; REPORT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661904" y="3538728"/>
            <a:ext cx="658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</a:rPr>
              <a:t>Banks, SAP and compliance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94960" y="4736592"/>
            <a:ext cx="5925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9733D"/>
                </a:solidFill>
              </a:rPr>
              <a:t>A single audit trail connects country inputs, payroll registers, approvals, payments and statutory evidence.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5488" y="5294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D49"/>
                </a:solidFill>
              </a:rPr>
              <a:t>THE SIX ZTZT PRINCIPLES APPLIED CONSISTENTLY ACROSS EVERY COUNTRY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548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5FB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557784" y="5623560"/>
            <a:ext cx="246888" cy="24688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55778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86868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69AA"/>
                </a:solidFill>
              </a:rPr>
              <a:t>VERIFY EVERY INPUT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008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Country data validated at source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239572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7F1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478024" y="5623560"/>
            <a:ext cx="246888" cy="246888"/>
          </a:xfrm>
          <a:prstGeom prst="ellipse">
            <a:avLst/>
          </a:prstGeom>
          <a:solidFill>
            <a:srgbClr val="19733D"/>
          </a:solidFill>
          <a:ln w="12700">
            <a:solidFill>
              <a:srgbClr val="197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47802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278892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9733D"/>
                </a:solidFill>
              </a:rPr>
              <a:t>AUTOMATE BY DEFAULT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56032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Straight-through where possible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431596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7F1FA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4398264" y="5623560"/>
            <a:ext cx="246888" cy="246888"/>
          </a:xfrm>
          <a:prstGeom prst="ellipse">
            <a:avLst/>
          </a:prstGeom>
          <a:solidFill>
            <a:srgbClr val="6F2C91"/>
          </a:solidFill>
          <a:ln w="12700">
            <a:solidFill>
              <a:srgbClr val="6F2C9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39826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470916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F2C91"/>
                </a:solidFill>
              </a:rPr>
              <a:t>LEAST PRIVILEGE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48056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Controlled vendor and GSA access</a:t>
            </a:r>
            <a:endParaRPr lang="en-US" sz="730" dirty="0"/>
          </a:p>
        </p:txBody>
      </p:sp>
      <p:sp>
        <p:nvSpPr>
          <p:cNvPr id="80" name="Shape 78"/>
          <p:cNvSpPr/>
          <p:nvPr/>
        </p:nvSpPr>
        <p:spPr>
          <a:xfrm>
            <a:off x="623620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FF5ED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318504" y="5623560"/>
            <a:ext cx="246888" cy="24688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31850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83" name="Text 81"/>
          <p:cNvSpPr/>
          <p:nvPr/>
        </p:nvSpPr>
        <p:spPr>
          <a:xfrm>
            <a:off x="662940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6A21"/>
                </a:solidFill>
              </a:rPr>
              <a:t>CONTINUOUS CONTROL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40080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Rules, alerts and maker-checker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815644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FFF2F4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8238744" y="5623560"/>
            <a:ext cx="246888" cy="2468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823874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5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854964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102E"/>
                </a:solidFill>
              </a:rPr>
              <a:t>ELIMINATE FIRST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32104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Standardise fragmented handoffs</a:t>
            </a:r>
            <a:endParaRPr lang="en-US" sz="730" dirty="0"/>
          </a:p>
        </p:txBody>
      </p:sp>
      <p:sp>
        <p:nvSpPr>
          <p:cNvPr id="90" name="Shape 88"/>
          <p:cNvSpPr/>
          <p:nvPr/>
        </p:nvSpPr>
        <p:spPr>
          <a:xfrm>
            <a:off x="10076688" y="5513832"/>
            <a:ext cx="1801368" cy="749808"/>
          </a:xfrm>
          <a:prstGeom prst="roundRect">
            <a:avLst>
              <a:gd name="adj" fmla="val 6098"/>
            </a:avLst>
          </a:prstGeom>
          <a:solidFill>
            <a:srgbClr val="EEF5FB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0158984" y="5623560"/>
            <a:ext cx="246888" cy="246888"/>
          </a:xfrm>
          <a:prstGeom prst="ellipse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10158984" y="5660136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6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10469880" y="5577840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D49"/>
                </a:solidFill>
              </a:rPr>
              <a:t>DELIVER PROGRESSIVELY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0241280" y="58430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67085"/>
                </a:solidFill>
              </a:rPr>
              <a:t>Scale by risk and market model</a:t>
            </a:r>
            <a:endParaRPr lang="en-US" sz="730" dirty="0"/>
          </a:p>
        </p:txBody>
      </p:sp>
      <p:sp>
        <p:nvSpPr>
          <p:cNvPr id="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698</Words>
  <Application>Microsoft Office PowerPoint</Application>
  <PresentationFormat>Widescreen</PresentationFormat>
  <Paragraphs>114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Air India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ZTZT End to End Payroll Automation Project | Domestic and International</dc:title>
  <dc:subject>ZTZT End to End Payroll Automation Project | CEO Townhall</dc:subject>
  <dc:creator>Kunal Kansra</dc:creator>
  <cp:lastModifiedBy>Kunal Kansra</cp:lastModifiedBy>
  <cp:revision>5</cp:revision>
  <dcterms:created xsi:type="dcterms:W3CDTF">2026-07-31T04:51:20Z</dcterms:created>
  <dcterms:modified xsi:type="dcterms:W3CDTF">2026-07-31T05:05:30Z</dcterms:modified>
</cp:coreProperties>
</file>