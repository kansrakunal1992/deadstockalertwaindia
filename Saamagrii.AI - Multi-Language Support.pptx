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8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100000">
                <a:srgbClr val="FFF9E6">
                  <a:alpha val="80000"/>
                </a:srgbClr>
              </a:gs>
            </a:gsLst>
            <a:lin scaled="0" ang="90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86142" y="819149"/>
            <a:ext cx="761980" cy="761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52836" y="1102994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00519" y="800100"/>
            <a:ext cx="2695507" cy="7905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395"/>
              </a:lnSpc>
              <a:spcBef>
                <a:spcPts val="0"/>
              </a:spcBef>
              <a:spcAft>
                <a:spcPts val="0"/>
              </a:spcAft>
            </a:pPr>
            <a:r>
              <a:rPr sz="3109" b="1">
                <a:solidFill>
                  <a:srgbClr val="000080"/>
                </a:solidFill>
              </a:rPr>
              <a:t>Saamagrii.</a:t>
            </a:r>
            <a:r>
              <a:rPr sz="3109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5467" y="1971675"/>
            <a:ext cx="760075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3900"/>
              </a:spcAft>
            </a:pPr>
            <a:r>
              <a:rPr sz="1674" b="1">
                <a:solidFill>
                  <a:srgbClr val="333333"/>
                </a:solidFill>
              </a:rPr>
              <a:t>Revolutionizing Inventory Management for Indian Shops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4457" y="3162299"/>
            <a:ext cx="2666933" cy="24764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19329" y="3493168"/>
            <a:ext cx="457188" cy="3669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85922" y="4095749"/>
            <a:ext cx="1924001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Voice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199" y="4524374"/>
            <a:ext cx="2095447" cy="819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Update inventory with simple voice notes in your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2380" y="3162299"/>
            <a:ext cx="2666933" cy="24764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38873" y="3448049"/>
            <a:ext cx="2913949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67193" y="4095749"/>
            <a:ext cx="164778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No App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8123" y="4524374"/>
            <a:ext cx="2095447" cy="819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Works entirely through WhatsApp - no installation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0304" y="3162299"/>
            <a:ext cx="2666933" cy="24764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15177" y="3484144"/>
            <a:ext cx="457188" cy="385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57988" y="4095749"/>
            <a:ext cx="137156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6 Languages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047" y="4524374"/>
            <a:ext cx="2095447" cy="819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Support for Hindi, English, Bengali, Marathi, Tamil &amp; Telugu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3" y="6505575"/>
            <a:ext cx="392420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WhatsApp Dead Stock Alert for Indian Shops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34446" y="6505575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100000">
                <a:srgbClr val="FFF9E6">
                  <a:alpha val="80000"/>
                </a:srgbClr>
              </a:gs>
            </a:gsLst>
            <a:lin scaled="0" ang="90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45720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90555" y="598169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7268" y="495299"/>
            <a:ext cx="160968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314450"/>
            <a:ext cx="10858228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575"/>
              </a:lnSpc>
              <a:spcBef>
                <a:spcPts val="0"/>
              </a:spcBef>
              <a:spcAft>
                <a:spcPts val="1300"/>
              </a:spcAft>
            </a:pPr>
            <a:r>
              <a:rPr sz="2750" b="1">
                <a:solidFill>
                  <a:srgbClr val="000080"/>
                </a:solidFill>
              </a:rPr>
              <a:t>Supported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028825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275"/>
              </a:lnSpc>
              <a:spcBef>
                <a:spcPts val="0"/>
              </a:spcBef>
              <a:spcAft>
                <a:spcPts val="3250"/>
              </a:spcAft>
            </a:pPr>
            <a:r>
              <a:rPr sz="1315" b="0">
                <a:solidFill>
                  <a:srgbClr val="555555"/>
                </a:solidFill>
              </a:rPr>
              <a:t>Saamagrii.AI supports multiple Indian languages to serve shopkeepers across the country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838450"/>
            <a:ext cx="3428914" cy="3038475"/>
          </a:xfrm>
          <a:prstGeom prst="roundRect">
            <a:avLst>
              <a:gd name="adj" fmla="val 10031"/>
            </a:avLst>
          </a:prstGeom>
          <a:solidFill>
            <a:srgbClr val="FFFFFF"/>
          </a:solidFill>
          <a:ln w="41275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199" y="3171825"/>
            <a:ext cx="761980" cy="761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266893" y="345567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24001" y="4171950"/>
            <a:ext cx="92390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65"/>
              </a:lnSpc>
              <a:spcBef>
                <a:spcPts val="0"/>
              </a:spcBef>
              <a:spcAft>
                <a:spcPts val="650"/>
              </a:spcAft>
            </a:pPr>
            <a:r>
              <a:rPr sz="1554" b="1">
                <a:solidFill>
                  <a:srgbClr val="000080"/>
                </a:solidFill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7823" y="4667249"/>
            <a:ext cx="66673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</a:rPr>
              <a:t>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5114925"/>
            <a:ext cx="285742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Universal business language for pan-India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1390" y="2838450"/>
            <a:ext cx="3428914" cy="3038475"/>
          </a:xfrm>
          <a:prstGeom prst="roundRect">
            <a:avLst>
              <a:gd name="adj" fmla="val 10031"/>
            </a:avLst>
          </a:prstGeom>
          <a:solidFill>
            <a:srgbClr val="FFFFFF"/>
          </a:solidFill>
          <a:ln w="41275"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4857" y="3171825"/>
            <a:ext cx="761980" cy="761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81550" y="3455670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62480" y="4171950"/>
            <a:ext cx="666733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65"/>
              </a:lnSpc>
              <a:spcBef>
                <a:spcPts val="0"/>
              </a:spcBef>
              <a:spcAft>
                <a:spcPts val="650"/>
              </a:spcAft>
            </a:pPr>
            <a:r>
              <a:rPr sz="1554" b="1">
                <a:solidFill>
                  <a:srgbClr val="000080"/>
                </a:solidFill>
              </a:rPr>
              <a:t>Hindi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4401" y="4667249"/>
            <a:ext cx="3428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</a:rPr>
              <a:t>हिंदी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133" y="5114925"/>
            <a:ext cx="285742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Most widely spoken language across North and Central India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6047" y="2838450"/>
            <a:ext cx="3428914" cy="3038475"/>
          </a:xfrm>
          <a:prstGeom prst="roundRect">
            <a:avLst>
              <a:gd name="adj" fmla="val 10031"/>
            </a:avLst>
          </a:prstGeom>
          <a:solidFill>
            <a:srgbClr val="FFFFFF"/>
          </a:solidFill>
          <a:ln w="412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29514" y="3171825"/>
            <a:ext cx="761980" cy="761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696207" y="345567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24741" y="4171950"/>
            <a:ext cx="96200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65"/>
              </a:lnSpc>
              <a:spcBef>
                <a:spcPts val="0"/>
              </a:spcBef>
              <a:spcAft>
                <a:spcPts val="650"/>
              </a:spcAft>
            </a:pPr>
            <a:r>
              <a:rPr sz="1554" b="1">
                <a:solidFill>
                  <a:srgbClr val="000080"/>
                </a:solidFill>
              </a:rPr>
              <a:t>Bengali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9059" y="4667249"/>
            <a:ext cx="3524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</a:rPr>
              <a:t>বাংলা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790" y="5114925"/>
            <a:ext cx="285742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Primary language for Eastern India shopkeepers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6162675"/>
            <a:ext cx="3428914" cy="3038475"/>
          </a:xfrm>
          <a:prstGeom prst="roundRect">
            <a:avLst>
              <a:gd name="adj" fmla="val 10031"/>
            </a:avLst>
          </a:prstGeom>
          <a:solidFill>
            <a:srgbClr val="FFFFFF"/>
          </a:solidFill>
          <a:ln w="41275">
            <a:solidFill>
              <a:srgbClr val="4A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00199" y="6496049"/>
            <a:ext cx="761980" cy="761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266893" y="6784181"/>
            <a:ext cx="228594" cy="18573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76378" y="7496174"/>
            <a:ext cx="100962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65"/>
              </a:lnSpc>
              <a:spcBef>
                <a:spcPts val="0"/>
              </a:spcBef>
              <a:spcAft>
                <a:spcPts val="650"/>
              </a:spcAft>
            </a:pPr>
            <a:r>
              <a:rPr sz="1554" b="1">
                <a:solidFill>
                  <a:srgbClr val="000080"/>
                </a:solidFill>
              </a:rPr>
              <a:t>Marathi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3546" y="7991474"/>
            <a:ext cx="4952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</a:rPr>
              <a:t>मराठी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476" y="8439150"/>
            <a:ext cx="285742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Widely used in Maharashtra and surrounding regions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1390" y="6162675"/>
            <a:ext cx="3428914" cy="3038475"/>
          </a:xfrm>
          <a:prstGeom prst="roundRect">
            <a:avLst>
              <a:gd name="adj" fmla="val 10031"/>
            </a:avLst>
          </a:prstGeom>
          <a:solidFill>
            <a:srgbClr val="FFFFFF"/>
          </a:solidFill>
          <a:ln w="4127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714857" y="6496049"/>
            <a:ext cx="761980" cy="761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981550" y="6784181"/>
            <a:ext cx="228594" cy="18573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33906" y="7496174"/>
            <a:ext cx="72388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65"/>
              </a:lnSpc>
              <a:spcBef>
                <a:spcPts val="0"/>
              </a:spcBef>
              <a:spcAft>
                <a:spcPts val="650"/>
              </a:spcAft>
            </a:pPr>
            <a:r>
              <a:rPr sz="1554" b="1">
                <a:solidFill>
                  <a:srgbClr val="000080"/>
                </a:solidFill>
              </a:rPr>
              <a:t>Tamil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4401" y="7991474"/>
            <a:ext cx="3524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</a:rPr>
              <a:t>தமிழ்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7133" y="8439150"/>
            <a:ext cx="285742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Dominant language in Tamil Nadu and parts of Sri Lanka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6047" y="6162675"/>
            <a:ext cx="3428914" cy="3038475"/>
          </a:xfrm>
          <a:prstGeom prst="roundRect">
            <a:avLst>
              <a:gd name="adj" fmla="val 10031"/>
            </a:avLst>
          </a:prstGeom>
          <a:solidFill>
            <a:srgbClr val="FFFFFF"/>
          </a:solidFill>
          <a:ln w="41275">
            <a:solidFill>
              <a:srgbClr val="0A5A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29514" y="6496049"/>
            <a:ext cx="761980" cy="761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F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696207" y="6779895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72365" y="7496174"/>
            <a:ext cx="87627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65"/>
              </a:lnSpc>
              <a:spcBef>
                <a:spcPts val="0"/>
              </a:spcBef>
              <a:spcAft>
                <a:spcPts val="650"/>
              </a:spcAft>
            </a:pPr>
            <a:r>
              <a:rPr sz="1554" b="1">
                <a:solidFill>
                  <a:srgbClr val="000080"/>
                </a:solidFill>
              </a:rPr>
              <a:t>Telugu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0959" y="7991474"/>
            <a:ext cx="4190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</a:rPr>
              <a:t>తెలుగు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1790" y="8439150"/>
            <a:ext cx="285742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Primary language for Andhra Pradesh and Telangana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733" y="9725025"/>
            <a:ext cx="392420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WhatsApp Dead Stock Alert for Indian Shops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6347" y="9725025"/>
            <a:ext cx="42861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45720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9816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95299"/>
            <a:ext cx="160968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4366" y="485775"/>
            <a:ext cx="1190595" cy="428625"/>
          </a:xfrm>
          <a:prstGeom prst="roundRect">
            <a:avLst>
              <a:gd name="adj" fmla="val 133333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4366" y="485775"/>
            <a:ext cx="1190595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9933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FF9933"/>
                </a:solidFill>
              </a:rPr>
              <a:t> English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86762" y="614082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219200"/>
            <a:ext cx="10858228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75"/>
              </a:lnSpc>
              <a:spcBef>
                <a:spcPts val="0"/>
              </a:spcBef>
              <a:spcAft>
                <a:spcPts val="1300"/>
              </a:spcAft>
            </a:pPr>
            <a:r>
              <a:rPr sz="2750" b="1">
                <a:solidFill>
                  <a:srgbClr val="000080"/>
                </a:solidFill>
              </a:rPr>
              <a:t>AI-Powered Inventory Management for Indian Shops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1933574"/>
            <a:ext cx="7619809" cy="666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555555"/>
                </a:solidFill>
              </a:rPr>
              <a:t>Manage your inventory with simple voice or text messages through WhatsApp - no app installation required!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990849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476" y="327659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3921" y="3469481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457" y="3276599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Voice or Text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457" y="3705224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Update inventory with simple voice notes or text messages in English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2990849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24461" y="327659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347376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6442" y="3276599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On-Demand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6442" y="3705224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Get instant inventory summary by sending "Summary" on WhatsApp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752974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476" y="5038724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23921" y="5238749"/>
            <a:ext cx="228594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14457" y="5038724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AI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457" y="5467349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Receive personalized recommendations to reduce dead stock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719" y="4752974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4461" y="5038724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95907" y="5228748"/>
            <a:ext cx="228594" cy="1914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86442" y="5038724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Real-time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6442" y="5467349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Get notified about expiring products and low stock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3" y="6762750"/>
            <a:ext cx="392420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WhatsApp Dead Stock Alert for Indian Shops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6347" y="6762750"/>
            <a:ext cx="42861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36195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0291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00050"/>
            <a:ext cx="160968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4366" y="390525"/>
            <a:ext cx="1190595" cy="428625"/>
          </a:xfrm>
          <a:prstGeom prst="roundRect">
            <a:avLst>
              <a:gd name="adj" fmla="val 133333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4366" y="390525"/>
            <a:ext cx="1190595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9933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FF9933"/>
                </a:solidFill>
              </a:rPr>
              <a:t> English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86762" y="518832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028700"/>
            <a:ext cx="1085822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000080"/>
                </a:solidFill>
              </a:rPr>
              <a:t>English Command 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1628775"/>
            <a:ext cx="108582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555555"/>
                </a:solidFill>
              </a:rPr>
              <a:t>Manage your inventory with these simple WhatsApp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124075"/>
            <a:ext cx="3495587" cy="4200525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228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41649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2333624"/>
            <a:ext cx="107629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short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326707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Quick overview of today's sales, inventory, and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28" y="379094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"short summary"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28" y="413384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full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444817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Detailed report including top sellers, GST, inventory etc.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28" y="497205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"full summary"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816" y="2124075"/>
            <a:ext cx="3495587" cy="4200525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3311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19509" y="240792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38599" y="2333624"/>
            <a:ext cx="104772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311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3311" y="326707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Shows current stock of a specific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311" y="379094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"stock Maggi"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3311" y="413384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low 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3311" y="44481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Lists items with quantity below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3311" y="47243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"low stock"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311" y="50672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expiring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311" y="5381624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Lists items expiring within the next N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311" y="59055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"expiring 30"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9374" y="2124075"/>
            <a:ext cx="3495587" cy="4200525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19869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96067" y="2442209"/>
            <a:ext cx="228594" cy="1257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5157" y="2333624"/>
            <a:ext cx="58101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Sales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9869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sales today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869" y="3267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Shows total items and value sold today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869" y="35433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"sales today"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9869" y="38862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sales week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9869" y="420052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Shows sales summary for the past 7 days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9869" y="47243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"sales week"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9869" y="50672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top 5 products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9869" y="538162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Lists top 5 selling products this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9869" y="566737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"top 5 products"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6733" y="6515100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7228" y="6705600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6797516"/>
            <a:ext cx="228594" cy="19716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52516" y="6734175"/>
            <a:ext cx="84770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Reorder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7228" y="73437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reorder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228" y="7658100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Suggests items to reorder based on sales velocity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228" y="818197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"reorder"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28" y="85248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reorder suggestions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228" y="88392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Same as above, more verbose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7228" y="912495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"reorder suggestions"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52816" y="6515100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43311" y="6705600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19509" y="6813232"/>
            <a:ext cx="228594" cy="16573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038599" y="6734175"/>
            <a:ext cx="62863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Value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3311" y="73437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inventory value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3311" y="7658100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Shows total estimated value of current inventory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3311" y="818197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"inventory value"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3311" y="85248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stock value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43311" y="88392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Alias for inventory value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3311" y="912495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"stock value"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29374" y="6515100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19869" y="6705600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96067" y="6838949"/>
            <a:ext cx="228594" cy="1143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715157" y="6734175"/>
            <a:ext cx="96200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Products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9869" y="73437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products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19869" y="76581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Lists all products in inventory (page 1)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9869" y="794385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"products"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19869" y="8286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products search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19869" y="8601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Searches for products by name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9869" y="88772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"products search Maggi"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9869" y="92201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prices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19869" y="953452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Lists products needing price updates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9869" y="982027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"prices"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733" y="10668000"/>
            <a:ext cx="392420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WhatsApp Dead Stock Alert for Indian Shops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86822" y="10668000"/>
            <a:ext cx="43813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45720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9816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95299"/>
            <a:ext cx="135251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485775"/>
            <a:ext cx="885802" cy="428625"/>
          </a:xfrm>
          <a:prstGeom prst="roundRect">
            <a:avLst>
              <a:gd name="adj" fmla="val 133333"/>
            </a:avLst>
          </a:prstGeom>
          <a:solidFill>
            <a:srgbClr val="E6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485775"/>
            <a:ext cx="88580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38808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38808"/>
                </a:solidFill>
              </a:rPr>
              <a:t> हिंदी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91555" y="614082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219200"/>
            <a:ext cx="10858228" cy="10477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75"/>
              </a:lnSpc>
              <a:spcBef>
                <a:spcPts val="0"/>
              </a:spcBef>
              <a:spcAft>
                <a:spcPts val="1300"/>
              </a:spcAft>
            </a:pPr>
            <a:r>
              <a:rPr sz="2750" b="1">
                <a:solidFill>
                  <a:srgbClr val="000080"/>
                </a:solidFill>
              </a:rPr>
              <a:t>भारतीय दुकानों के लिए AI-संचालित इन्वेंट्री प्रबंधन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2457450"/>
            <a:ext cx="7619809" cy="666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555555"/>
                </a:solidFill>
              </a:rPr>
              <a:t>WhatsApp पर आवाज़ या टेक्स्ट मैसेज के साथ अपनी इन्वेंट्री प्रबंधित करें - कोई ऐप इंस्टॉलेशन की आवश्यकता नहीं!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14725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476" y="3800475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3921" y="3993356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457" y="3800475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आवाज़ या टेक्स्ट अपडेट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457" y="4229100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हिंदी में सरल आवाज़ नोट्स या टेक्स्ट मैसेज के साथ इन्वेंट्री अपडेट करें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3514725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24461" y="3800475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3997642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6442" y="3800475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ऑन-डिमांड सारांश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6442" y="4229100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WhatsApp पर "सारांश" भेजकर तत्काल इन्वेंट्री सारांश प्राप्त करें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276850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476" y="556260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23921" y="5762625"/>
            <a:ext cx="228594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14457" y="5562600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AI इनसाइट्स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457" y="6000750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डेड स्टॉक को कम करने के लिए व्यक्तिगत सिफारिशें प्राप्त करें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719" y="5276850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4461" y="556260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95907" y="5752623"/>
            <a:ext cx="228594" cy="1914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86442" y="5562600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रीयल-टाइम अलर्ट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6442" y="6000750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एक्सपायर हो रहे उत्पादों और कम स्टॉक वाले आइटम्स के बारे में सूचित करें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3" y="7286625"/>
            <a:ext cx="363845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भारतीय दुकानों के लिए WhatsApp डेड स्टॉक अलर्ट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8723" y="7286625"/>
            <a:ext cx="47623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स्लाइड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36195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0291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00050"/>
            <a:ext cx="135251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390525"/>
            <a:ext cx="885802" cy="428625"/>
          </a:xfrm>
          <a:prstGeom prst="roundRect">
            <a:avLst>
              <a:gd name="adj" fmla="val 133333"/>
            </a:avLst>
          </a:prstGeom>
          <a:solidFill>
            <a:srgbClr val="E6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390525"/>
            <a:ext cx="88580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38808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38808"/>
                </a:solidFill>
              </a:rPr>
              <a:t> हिंदी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91555" y="518832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028700"/>
            <a:ext cx="1085822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000080"/>
                </a:solidFill>
              </a:rPr>
              <a:t>हिंदी कमांड चीट शीट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1628775"/>
            <a:ext cx="108582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555555"/>
                </a:solidFill>
              </a:rPr>
              <a:t>इन सरल WhatsApp कमांड्स के साथ अपनी इन्वेंट्री प्रबंधित करें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228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41649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2333624"/>
            <a:ext cx="60005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सारांश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छोटा सारांश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326707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आज की बिक्री, स्टॉक और अलर्ट का त्वरित सारांश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28" y="379094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"छोटा सारांश भेजो"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28" y="413384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पूरा सारांश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44481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टॉप सेलर्स, GST, इन्वेंट्री सहित विस्तृत रिपोर्ट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28" y="47243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"पूरा सारांश चाहिए"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816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3311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19509" y="240792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38599" y="2333624"/>
            <a:ext cx="57148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इन्वेंट्री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311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स्टॉक &lt;प्रोडक्ट&gt;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3311" y="3267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किसी विशेष प्रोडक्ट का वर्तमान स्टॉक दिखाता है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311" y="35433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"स्टॉक मैगी"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3311" y="38862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स्टॉक कम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3311" y="42005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कम मात्रा वाले आइटम्स की सूची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3311" y="44862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"स्टॉक कम है?"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311" y="48291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शिघ्र समाप्त &lt;दिन&gt;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311" y="51435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अगले N दिनों में समाप्त होने वाले आइटम्स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311" y="54197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"शिघ्र समाप्त 30"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9374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19869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96067" y="2442209"/>
            <a:ext cx="228594" cy="1257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5157" y="2333624"/>
            <a:ext cx="47623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बिक्री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9869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बिक्री आज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869" y="3267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आज की कुल बिक्री और मूल्य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869" y="35433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"बिक्री आज"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9869" y="38862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बिक्री सप्ताह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9869" y="42005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पिछले 7 दिनों की बिक्री रिपोर्ट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9869" y="44862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"बिक्री सप्ताह"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9869" y="48291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टॉप 5 प्रोडक्ट्स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9869" y="51435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इस महीने के टॉप सेलिंग प्रोडक्ट्स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9869" y="54197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"टॉप 5 प्रोडक्ट्स"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6733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7228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6311741"/>
            <a:ext cx="228594" cy="19716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52516" y="6248400"/>
            <a:ext cx="64768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रीऑर्डर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7228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रीऑर्डर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228" y="717232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बिक्री के आधार पर फिर से ऑर्डर करने योग्य आइटम्स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228" y="76961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"रीऑर्डर क्या करना है?"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28" y="80390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रीऑर्डर सुझाव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228" y="835342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ऊपर जैसा ही, लेकिन अधिक विस्तार से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7228" y="86391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"रीऑर्डर सुझाव भेजो"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52816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43311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19509" y="6327457"/>
            <a:ext cx="228594" cy="16573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038599" y="6248400"/>
            <a:ext cx="46671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मूल्य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3311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इन्वेंट्री मूल्य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3311" y="71723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वर्तमान स्टॉक का कुल अनुमानित मूल्य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3311" y="74580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"इन्वेंट्री मूल्य बताओ"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3311" y="78009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स्टॉक मूल्य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43311" y="810577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इन्वेंट्री मूल्य का पर्याय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3311" y="83915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"स्टॉक मूल्य"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29374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19869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96067" y="6353174"/>
            <a:ext cx="228594" cy="1143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715157" y="6248400"/>
            <a:ext cx="78103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प्रोडक्ट्स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9869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प्रोडक्ट्स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19869" y="71723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इन्वेंट्री में सभी प्रोडक्ट्स की सूची (पेज 1)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9869" y="74580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"प्रोडक्ट्स"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19869" y="78009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प्रोडक्ट्स खोज &lt;नाम&gt;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19869" y="810577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नाम से प्रोडक्ट खोजें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9869" y="83915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"प्रोडक्ट्स खोज मैगी"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9869" y="8734424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प्राइस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19869" y="9048749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जिन प्रोडक्ट्स की कीमत अपडेट करनी है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9869" y="93249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"प्राइस"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733" y="10172700"/>
            <a:ext cx="363845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भारतीय दुकानों के लिए WhatsApp डेड स्टॉक अलर्ट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39199" y="10172700"/>
            <a:ext cx="48576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स्लाइड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45720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9816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95299"/>
            <a:ext cx="135251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2960" y="485775"/>
            <a:ext cx="962000" cy="428625"/>
          </a:xfrm>
          <a:prstGeom prst="roundRect">
            <a:avLst>
              <a:gd name="adj" fmla="val 133333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2960" y="485775"/>
            <a:ext cx="96200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6BDF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4A6BDF"/>
                </a:solidFill>
              </a:rPr>
              <a:t> বাংলা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15357" y="614082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219200"/>
            <a:ext cx="10858228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75"/>
              </a:lnSpc>
              <a:spcBef>
                <a:spcPts val="0"/>
              </a:spcBef>
              <a:spcAft>
                <a:spcPts val="1300"/>
              </a:spcAft>
            </a:pPr>
            <a:r>
              <a:rPr sz="2750" b="1">
                <a:solidFill>
                  <a:srgbClr val="000080"/>
                </a:solidFill>
              </a:rPr>
              <a:t>ভারতীয় দোকানের জন্য AI-চালিত ইনভেন্টরি ব্যবস্থাপনা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1933574"/>
            <a:ext cx="7619809" cy="666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555555"/>
                </a:solidFill>
              </a:rPr>
              <a:t>WhatsApp এ ভয়েস বা টেক্সট মেসেজ দিয়ে আপনার ইনভেন্টরি পরিচালনা করুন - কোন অ্যাপ ইনস্টলেশনের প্রয়োজন নেই!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990849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476" y="327659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3921" y="3469481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457" y="3276599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ভয়েস বা টেক্সট আপডেট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457" y="3705224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বাংলায় সহজ ভয়েস নোট বা টেক্সট মেসেজ দিয়ে ইনভেন্টরি আপডেট করুন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2990849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24461" y="327659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347376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6442" y="3276599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অন-ডিমান্ড সারাংশ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6442" y="3705224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WhatsApp এ "সারাংশ" পাঠিয়ে তাত্ক্ষণিক ইনভেন্টরি সারাংশ পান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752974"/>
            <a:ext cx="5286242" cy="1238249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476" y="5038724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23921" y="5238749"/>
            <a:ext cx="228594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14457" y="5038724"/>
            <a:ext cx="265740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AI ইনসাইটস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457" y="5467349"/>
            <a:ext cx="265740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ডেড স্টক কমাতে ব্যক্তিগতকৃত সুপারিশ পান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719" y="4752974"/>
            <a:ext cx="5286242" cy="1238249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4461" y="5038724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95907" y="5228748"/>
            <a:ext cx="228594" cy="1914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86442" y="5038724"/>
            <a:ext cx="368608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রিয়েল-টাইম অ্যালার্ট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6442" y="5467349"/>
            <a:ext cx="368608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মেয়াদোত্তীর্ণ হওয়া পণ্য এবং কম স্টক আইটেম সম্পর্কে জানুন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3" y="6515100"/>
            <a:ext cx="346701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ভারতীয় দোকানের জন্য WhatsApp ডেড স্টক অ্যালার্ট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3496" y="6515100"/>
            <a:ext cx="37146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স্লাইড 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36195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0291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00050"/>
            <a:ext cx="135251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2960" y="390525"/>
            <a:ext cx="962000" cy="428625"/>
          </a:xfrm>
          <a:prstGeom prst="roundRect">
            <a:avLst>
              <a:gd name="adj" fmla="val 133333"/>
            </a:avLst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2960" y="390525"/>
            <a:ext cx="96200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6BDF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4A6BDF"/>
                </a:solidFill>
              </a:rPr>
              <a:t> বাংলা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15357" y="518832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028700"/>
            <a:ext cx="1085822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000080"/>
                </a:solidFill>
              </a:rPr>
              <a:t>বাংলা কমান্ড চিট শিট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1628775"/>
            <a:ext cx="108582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555555"/>
                </a:solidFill>
              </a:rPr>
              <a:t>এই সহজ WhatsApp কমান্ডগুলি দিয়ে আপনার ইনভেন্টরি পরিচালনা করুন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228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41649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2333624"/>
            <a:ext cx="59053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সারাংশ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ছোট সারাংশ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3267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আজকের বিক্রি, স্টক ও সতর্কতার সংক্ষিপ্ত বিবরণ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28" y="35433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"ছোট সারাংশ পাঠাও"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28" y="38862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সম্পূর্ণ সারাংশ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42005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বিস্তারিত রিপোর্ট, টপ বিক্রেতা, GST, ইনভেন্টরি ইত্যাদি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28" y="44862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"সম্পূর্ণ সারাংশ চাই"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816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3311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19509" y="240792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38599" y="2333624"/>
            <a:ext cx="78103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ইনভেন্টরি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311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স্টক &lt;পণ্য&gt;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3311" y="3267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নির্দিষ্ট পণ্যের বর্তমান স্টক দেখায়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311" y="35433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"স্টক Maggi"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3311" y="38862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স্টক কম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3311" y="42005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কম পরিমাণে থাকা পণ্যের তালিকা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3311" y="44862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"স্টক কম আছে?"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311" y="48291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মেয়াদ শেষ &lt;দিন&gt;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311" y="51435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N দিনের মধ্যে মেয়াদ শেষ হবে এমন পণ্য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311" y="54197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"মেয়াদ শেষ 30"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9374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19869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96067" y="2442209"/>
            <a:ext cx="228594" cy="1257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5157" y="2333624"/>
            <a:ext cx="40956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বিক্রি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9869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বিক্রি আজ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869" y="3267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আজকের মোট বিক্রি ও মূল্য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869" y="35433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"বিক্রি আজ"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9869" y="38862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বিক্রি সপ্তাহ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9869" y="42005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গত ৭ দিনের বিক্রি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9869" y="44862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"বিক্রি সপ্তাহ"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9869" y="48291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টপ ৫ পণ্য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9869" y="51435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মাসের সেরা বিক্রিত পণ্য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9869" y="54197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"টপ ৫ পণ্য"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6733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7228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6311741"/>
            <a:ext cx="228594" cy="19716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52516" y="6248400"/>
            <a:ext cx="67625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রিঅর্ডার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7228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রিঅর্ডার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228" y="71723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বিক্রির ভিত্তিতে পুনরায় অর্ডার করার পরামর্শ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228" y="74580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"রিঅর্ডার কি করবো?"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28" y="78009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রিঅর্ডার পরামর্শ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228" y="810577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বিস্তারিত পরামর্শ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7228" y="83915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"রিঅর্ডার পরামর্শ পাঠাও"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52816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43311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19509" y="6327457"/>
            <a:ext cx="228594" cy="16573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038599" y="6248400"/>
            <a:ext cx="35241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মূল্য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3311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ইনভেন্টরি মূল্য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3311" y="71723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স্টকের মোট মূল্য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3311" y="74580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"ইনভেন্টরি মূল্য"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3311" y="78009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স্টক মূল্য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43311" y="810577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একই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3311" y="83915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"স্টক মূল্য"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29374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19869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96067" y="6353174"/>
            <a:ext cx="228594" cy="1143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715157" y="6248400"/>
            <a:ext cx="314317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পণ্য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9869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পণ্য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19869" y="71723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প্রথম পৃষ্ঠার পণ্য তালিকা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9869" y="74580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"পণ্য"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19869" y="78009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পণ্য খোঁজ &lt;নাম&gt;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19869" y="810577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নাম দিয়ে খোঁজ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9869" y="83915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"পণ্য খোঁজ Maggi"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9869" y="8734424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মূল্য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19869" y="9048749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মূল্য আপডেট প্রয়োজন এমন পণ্য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9869" y="93249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"মূল্য"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733" y="10172700"/>
            <a:ext cx="346701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ভারতীয় দোকানের জন্য WhatsApp ডেড স্টক অ্যালার্ট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34446" y="10172700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স্লাইড 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45720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9816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95299"/>
            <a:ext cx="135251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485775"/>
            <a:ext cx="1028674" cy="428625"/>
          </a:xfrm>
          <a:prstGeom prst="roundRect">
            <a:avLst>
              <a:gd name="adj" fmla="val 133333"/>
            </a:avLst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485775"/>
            <a:ext cx="102867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80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0080"/>
                </a:solidFill>
              </a:rPr>
              <a:t> मराठी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48683" y="616883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219200"/>
            <a:ext cx="10858228" cy="10477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75"/>
              </a:lnSpc>
              <a:spcBef>
                <a:spcPts val="0"/>
              </a:spcBef>
              <a:spcAft>
                <a:spcPts val="1300"/>
              </a:spcAft>
            </a:pPr>
            <a:r>
              <a:rPr sz="2750" b="1">
                <a:solidFill>
                  <a:srgbClr val="000080"/>
                </a:solidFill>
              </a:rPr>
              <a:t>भारतीय दुकानांसाठी AI-चालित इन्व्हेंटरी व्यवस्थापन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2457450"/>
            <a:ext cx="7619809" cy="666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555555"/>
                </a:solidFill>
              </a:rPr>
              <a:t>WhatsApp वर व्हॉइस किंवा टेक्स्ट मेसेज वापरून आपले इन्व्हेंटरी व्यवस्थापित करा - कोणतेही अॅप इन्स्टॉल करण्याची गरज नाही!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14725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476" y="3800475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3921" y="3993356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457" y="3800475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व्हॉइस किंवा टेक्स्ट अपडेट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457" y="4229100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मराठीत सोपे व्हॉइस नोट्स किंवा टेक्स्ट मेसेज वापरून इन्व्हेंटरी अपडेट करा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3514725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24461" y="3800475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3997642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6442" y="3800475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ऑन-डिमांड सारांश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6442" y="4229100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WhatsApp वर "सारांश" पाठवून त्वरित इन्व्हेंटरी सारांश मिळवा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276850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476" y="556260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23921" y="5762625"/>
            <a:ext cx="228594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14457" y="5562600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AI इन्साइट्स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457" y="6000750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डेड स्टॉक कमी करण्यासाठी वैयक्तिकृत शिफारसी मिळवा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719" y="5276850"/>
            <a:ext cx="5286242" cy="1485900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4461" y="556260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0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95907" y="5752623"/>
            <a:ext cx="228594" cy="1914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86442" y="5562600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रिअल-टाइम अलर्ट्स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6442" y="6000750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एक्सपायर होणाऱ्या उत्पादनांबद्दल आणि कमी स्टॉक असलेल्या आयटम्सबद्दल सूचना मिळवा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3" y="7286625"/>
            <a:ext cx="347653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भारतीय दुकानांसाठी WhatsApp डेड स्टॉक अलर्ट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29674" y="7286625"/>
            <a:ext cx="49528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स्लाइड 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36195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0291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00050"/>
            <a:ext cx="135251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390525"/>
            <a:ext cx="1028674" cy="428625"/>
          </a:xfrm>
          <a:prstGeom prst="roundRect">
            <a:avLst>
              <a:gd name="adj" fmla="val 133333"/>
            </a:avLst>
          </a:prstGeom>
          <a:solidFill>
            <a:srgbClr val="E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390525"/>
            <a:ext cx="102867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80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0080"/>
                </a:solidFill>
              </a:rPr>
              <a:t> मराठी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48683" y="521633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028700"/>
            <a:ext cx="1085822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000080"/>
                </a:solidFill>
              </a:rPr>
              <a:t>मराठी कमांड चीट शीट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1628775"/>
            <a:ext cx="108582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555555"/>
                </a:solidFill>
              </a:rPr>
              <a:t>या सोप्या WhatsApp कमांड्सद्वारे आपले इन्व्हेंटरी व्यवस्थापित करा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228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41649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2333624"/>
            <a:ext cx="60005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सारांश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थोडकं सारांश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326707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आजच्या विक्री, स्टॉक आणि अलर्ट्सचा थोडकं आढावा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28" y="379094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"थोडकं सारांश पाठवा"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28" y="413384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पूर्ण सारांश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44481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तपशीलवार रिपोर्ट, GST, टॉप विक्री, स्टॉक मूल्य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28" y="47243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"पूर्ण सारांश हवं आहे"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816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3311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19509" y="240792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38599" y="2333624"/>
            <a:ext cx="116202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स्टॉक / साठा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311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स्टॉक &lt;उत्पादन&gt;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3311" y="3267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विशिष्ट उत्पादनाचा सध्याचा साठा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311" y="35433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"स्टॉक Maggi"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3311" y="38862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स्टॉक कमी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3311" y="42005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कमी साठा असलेली उत्पादने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3311" y="44862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"स्टॉक कमी आहे?"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311" y="48291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लवकर एक्सपायरी &lt;दिवस&gt;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311" y="51435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लवकर एक्सपायर होणारी उत्पादने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311" y="54197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"लवकर एक्सपायरी 30"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9374" y="212407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19869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96067" y="2442209"/>
            <a:ext cx="228594" cy="1257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5157" y="2333624"/>
            <a:ext cx="47623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विक्री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9869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विक्री आज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869" y="32670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आजची एकूण विक्री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869" y="35433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"विक्री आज"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9869" y="38862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विक्री आठवडा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9869" y="42005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मागील ७ दिवसांची विक्री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9869" y="44862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"विक्री आठवडा"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9869" y="48291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टॉप ५ उत्पादने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9869" y="514350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सर्वाधिक विक्री झालेली ५ उत्पादने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9869" y="54197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"टॉप ५ उत्पादने"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6733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7228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6311741"/>
            <a:ext cx="228594" cy="19716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52516" y="6248400"/>
            <a:ext cx="96200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पुन्हा ऑर्डर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7228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पुन्हा ऑर्डर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228" y="71723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विक्रीच्या आधारे पुन्हा ऑर्डर करावयाची उत्पादने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228" y="74580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"पुन्हा ऑर्डर काय?"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28" y="78009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ऑर्डर सूचना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228" y="810577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तपशीलवार सूचना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7228" y="83915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"ऑर्डर सूचना पाठवा"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52816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43311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19509" y="6327457"/>
            <a:ext cx="228594" cy="16573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038599" y="6248400"/>
            <a:ext cx="97152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साठा मूल्य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3311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साठा मूल्य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3311" y="71723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सध्याच्या साठ्याचे एकूण मूल्य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3311" y="74580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"साठा मूल्य"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3311" y="78009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इन्व्हेंटरी मूल्य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43311" y="810577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समान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3311" y="83915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"इन्व्हेंटरी मूल्य"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29374" y="6029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19869" y="62198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96067" y="6353174"/>
            <a:ext cx="228594" cy="1143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715157" y="6248400"/>
            <a:ext cx="70483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उत्पादने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9869" y="68580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उत्पादने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19869" y="71723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पहिला पृष्ठ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9869" y="74580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"उत्पादने"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19869" y="780097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उत्पादने शोध &lt;नाव&gt;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19869" y="810577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नावाने शोध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9869" y="83915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"उत्पादने शोध Maggi"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9869" y="8734424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भाव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19869" y="9048749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भाव अपडेट करावयाची उत्पादने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9869" y="93249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"भाव"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733" y="10172700"/>
            <a:ext cx="347653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भारतीय दुकानांसाठी WhatsApp डेड स्टॉक अलर्ट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82050" y="10172700"/>
            <a:ext cx="54291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स्लाइड १०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45720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9816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95299"/>
            <a:ext cx="135251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485775"/>
            <a:ext cx="885802" cy="428625"/>
          </a:xfrm>
          <a:prstGeom prst="roundRect">
            <a:avLst>
              <a:gd name="adj" fmla="val 133333"/>
            </a:avLst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485775"/>
            <a:ext cx="88580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C63FF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6C63FF"/>
                </a:solidFill>
              </a:rPr>
              <a:t> தமிழ்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91555" y="616883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219200"/>
            <a:ext cx="10858228" cy="10477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75"/>
              </a:lnSpc>
              <a:spcBef>
                <a:spcPts val="0"/>
              </a:spcBef>
              <a:spcAft>
                <a:spcPts val="1300"/>
              </a:spcAft>
            </a:pPr>
            <a:r>
              <a:rPr sz="2750" b="1">
                <a:solidFill>
                  <a:srgbClr val="000080"/>
                </a:solidFill>
              </a:rPr>
              <a:t>இந்திய கடைகளுக்கான AI-இயக்கப்படும் இருப்பு மேலாண்மை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2457450"/>
            <a:ext cx="7619809" cy="10096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555555"/>
                </a:solidFill>
              </a:rPr>
              <a:t>WhatsApp இல் குரல் அல்லது உரை செய்திகள் மூலம் உங்கள் இருப்பை நிர்வகிக்கவும் - எந்த பயன்பாட்டை நிறுவவும் தேவையில்லை!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48099"/>
            <a:ext cx="5286242" cy="205740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476" y="413384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3921" y="4326731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457" y="4133849"/>
            <a:ext cx="3952776" cy="666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குரல் அல்லது உரை புதுப்பிப்புகள்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457" y="4895849"/>
            <a:ext cx="3952776" cy="723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தமிழில் எளிய குரல் குறிப்புகள் அல்லது உரை செய்திகள் மூலம் இருப்பைப் புதுப்பிக்கவும்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3848099"/>
            <a:ext cx="5286242" cy="205740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24461" y="4133849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3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433101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6442" y="4133849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தேவைக்கேற்ப சுருக்கம்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6442" y="4562475"/>
            <a:ext cx="3952776" cy="723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WhatsApp இல் "சுருக்கம்" என அனுப்பி உடனடி இருப்பு சுருக்கத்தைப் பெறுங்கள்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6191250"/>
            <a:ext cx="5286242" cy="1724024"/>
          </a:xfrm>
          <a:prstGeom prst="roundRect">
            <a:avLst>
              <a:gd name="adj" fmla="val 1767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476" y="647700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F7E6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23921" y="6677025"/>
            <a:ext cx="228594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14457" y="6477000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AI நுண்ணறிவுகள்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457" y="6905625"/>
            <a:ext cx="3952776" cy="723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இறந்த பொருட்களைக் குறைக்க தனிப்பயனாக்கப்பட்ட பரிந்துரைகளைப் பெறுங்கள்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719" y="6191250"/>
            <a:ext cx="5286242" cy="1724024"/>
          </a:xfrm>
          <a:prstGeom prst="roundRect">
            <a:avLst>
              <a:gd name="adj" fmla="val 1767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4461" y="6477000"/>
            <a:ext cx="571485" cy="571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6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95907" y="6667023"/>
            <a:ext cx="228594" cy="1914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86442" y="6477000"/>
            <a:ext cx="395277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0080"/>
                </a:solidFill>
              </a:rPr>
              <a:t>உடனடி எச்சரிக்கைகள்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6442" y="6905625"/>
            <a:ext cx="3952776" cy="723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காலாவதியாகும் பொருட்கள் மற்றும் குறைவான இருப்பு உள்ள பொருட்கள் பற்றி அறிவிக்கவும்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3" y="8439150"/>
            <a:ext cx="536244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இந்திய கடைகளுக்கான WhatsApp இறந்த பொருள் எச்சரிக்கை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10604" y="8439150"/>
            <a:ext cx="71435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ஸ்லைடு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>
                <a:alpha val="90000"/>
              </a:srgbClr>
            </a:gs>
            <a:gs pos="100000">
              <a:srgbClr val="FFF9E6">
                <a:alpha val="80000"/>
              </a:srgbClr>
            </a:gs>
          </a:gsLst>
          <a:lin scaled="0" ang="9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13880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33" y="361950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FF9933"/>
              </a:gs>
              <a:gs pos="100000">
                <a:srgbClr val="13880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90555" y="502919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268" y="400050"/>
            <a:ext cx="135251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000080"/>
                </a:solidFill>
              </a:rPr>
              <a:t>Saamagrii.</a:t>
            </a:r>
            <a:r>
              <a:rPr sz="1554" b="1">
                <a:solidFill>
                  <a:srgbClr val="138808"/>
                </a:solidFill>
              </a:rPr>
              <a:t>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390525"/>
            <a:ext cx="885802" cy="428625"/>
          </a:xfrm>
          <a:prstGeom prst="roundRect">
            <a:avLst>
              <a:gd name="adj" fmla="val 133333"/>
            </a:avLst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390525"/>
            <a:ext cx="88580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C63FF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6C63FF"/>
                </a:solidFill>
              </a:rPr>
              <a:t> தமிழ்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91555" y="521633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33" y="1028700"/>
            <a:ext cx="1085822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000080"/>
                </a:solidFill>
              </a:rPr>
              <a:t>தமிழ் கட்டளை சீட்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1628775"/>
            <a:ext cx="108582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555555"/>
                </a:solidFill>
              </a:rPr>
              <a:t>இந்த எளிய WhatsApp கட்டளைகளுடன் உங்கள் இருப்பை நிர்வகிக்கவும்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124075"/>
            <a:ext cx="3495587" cy="4476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228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416492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2333624"/>
            <a:ext cx="68578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சுருக்கம்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சுருக்கம்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3267075"/>
            <a:ext cx="3114597" cy="7334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இன்றைய விற்பனை, இருப்பு மற்றும் எச்சரிக்கைகளின் சுருக்கம்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28" y="40385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"சுருக்கம்"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28" y="43814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முழு சுருக்கம்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4686300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விரிவான அறிக்கை, GST, விற்பனை, இருப்பு மதிப்பு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28" y="52197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"முழு சுருக்கம்"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816" y="2124075"/>
            <a:ext cx="3495587" cy="4476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3311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19509" y="240792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38599" y="2333624"/>
            <a:ext cx="53338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இருப்பு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311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இருப்பு &lt;பொருள்&gt;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3311" y="326707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குறிப்பிட்ட பொருளின் தற்போதைய இருப்பு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311" y="379094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"இருப்பு Maggi"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3311" y="413384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இருப்பு குறைவு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3311" y="44481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குறைந்த அளவில் உள்ள பொருட்கள்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3311" y="47243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"இருப்பு குறைவு"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311" y="5067299"/>
            <a:ext cx="3114597" cy="5524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விரைவில் காலாவதி &lt;நாட்கள்&gt;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311" y="5657850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விரைவில் காலாவதி ஆகும் பொருட்கள்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311" y="618172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"விரைவில் காலாவதி 30"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9374" y="2124075"/>
            <a:ext cx="3495587" cy="4476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19869" y="231457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96067" y="2442209"/>
            <a:ext cx="228594" cy="1257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5157" y="2333624"/>
            <a:ext cx="53338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விற்பனை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9869" y="295275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விற்பனை இன்று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869" y="3267075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இன்றைய மொத்த விற்பனை மற்றும் மதிப்பு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869" y="379094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"விற்பனை இன்று"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9869" y="413384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விற்பனை வாரம்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9869" y="44481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கடந்த 7 நாட்களின் விற்பனை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9869" y="4724399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"விற்பனை வாரம்"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9869" y="50672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முன்னணி 5 பொருட்கள்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9869" y="5381624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இந்த மாதத்தின் அதிகம் விற்கப்பட்ட 5 பொருட்கள்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9869" y="59055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"முன்னணி 5 பொருட்கள்"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6733" y="6791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7228" y="6981824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7073741"/>
            <a:ext cx="228594" cy="19716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52516" y="7010399"/>
            <a:ext cx="226689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மீண்டும் ஆர்டர்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7228" y="76199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மீண்டும் ஆர்டர்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228" y="7934324"/>
            <a:ext cx="311459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விற்பனை அடிப்படையில் மீண்டும் வாங்க வேண்டியவை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228" y="84582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"மீண்டும் ஆர்டர்"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28" y="8801100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ஆர்டர் பரிந்துரை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228" y="911542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விரிவான பரிந்துரை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7228" y="94011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"ஆர்டர் பரிந்துரை"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52816" y="6791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43311" y="6981824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19509" y="7089457"/>
            <a:ext cx="228594" cy="16573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038599" y="7010399"/>
            <a:ext cx="53338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மதிப்பு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3311" y="76199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இருப்பு மதிப்பு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3311" y="793432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தற்போதைய இருப்பின் மதிப்பு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3311" y="822007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"இருப்பு மதிப்பு"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3311" y="8562974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பங்கு மதிப்பு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43311" y="88677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அதே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3311" y="91535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"பங்கு மதிப்பு"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29374" y="6791325"/>
            <a:ext cx="3495587" cy="3714750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19869" y="6981824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6FF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96067" y="7115175"/>
            <a:ext cx="228594" cy="1143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715157" y="7010399"/>
            <a:ext cx="68578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80"/>
                </a:solidFill>
              </a:rPr>
              <a:t>பொருட்கள்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9869" y="7619999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பொருட்கள்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19869" y="7934324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முதல் பக்கம்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9869" y="8220074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"பொருட்கள்"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19869" y="8562974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பொருட்கள் தேடல் &lt;பெயர்&gt;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19869" y="8867775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பெயரால் தேடுதல்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9869" y="915352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"பொருட்கள் தேடல் Maggi"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9869" y="9496425"/>
            <a:ext cx="311459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விலை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19869" y="9810750"/>
            <a:ext cx="311459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விலை புதுப்பிக்க தேவையானவை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9869" y="10086975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77777"/>
                </a:solidFill>
              </a:rPr>
              <a:t>"விலை"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733" y="10934699"/>
            <a:ext cx="536244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Saamagrii.AI - இந்திய கடைகளுக்கான WhatsApp இறந்த பொருள் எச்சரிக்கை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2030" y="10934699"/>
            <a:ext cx="74293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77777"/>
                </a:solidFill>
              </a:rPr>
              <a:t>ஸ்லைடு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